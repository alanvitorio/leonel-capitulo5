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svg" ContentType="image/svg+xml"/>
  <Default Extension="webp" ContentType="image/webp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/>
  <p:notesSz cx="5143500" cy="9144000"/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xmlns="smNativeData" dt="1773541071" val="1228" revOS="4"/>
      <pr:smFileRevision xmlns:pr="smNativeData" xmlns="smNativeData" dt="1773541071" val="101"/>
      <pr:guideOptions xmlns:pr="smNativeData" xmlns="smNativeData" dt="1773541071" snapToBorder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ideViewPr>
    <p:cSldViewPr snapToGrid="0" snapToObjects="1">
      <p:cViewPr varScale="1">
        <p:scale>
          <a:sx n="107" d="100"/>
          <a:sy n="107" d="100"/>
        </p:scale>
        <p:origin x="1254" y="162"/>
      </p:cViewPr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1" d="100"/>
        <a:sy n="1" d="100"/>
      </p:scale>
      <p:origin x="0" y="0"/>
    </p:cViewPr>
  </p:sorterViewPr>
  <p:notesViewPr>
    <p:cSldViewPr snapToGrid="0" snapToObjects="1">
      <p:cViewPr>
        <p:scale>
          <a:sx n="107" d="100"/>
          <a:sy n="107" d="100"/>
        </p:scale>
        <p:origin x="1254" y="162"/>
      </p:cViewPr>
    </p:cSldViewPr>
  </p:notesViewPr>
  <p:gridSpacing cx="78028800" cy="78028800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"1.0" encoding="UTF-8" standalone="yes" 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ChangeArrowheads="1"/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AAAAAAAAAABIEgAA0wIAABAAAAAmAAAACAAAAD+PAAAAAAAA"/>
              </a:ext>
            </a:extLst>
          </p:cNvSpPr>
          <p:nvPr>
            <p:ph type="hdr" sz="quarter"/>
          </p:nvPr>
        </p:nvSpPr>
        <p:spPr>
          <a:xfrm>
            <a:off x="0" y="0"/>
            <a:ext cx="2971800" cy="459105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l">
              <a:defRPr sz="1200" cap="none"/>
            </a:lvl1pPr>
          </a:lstStyle>
          <a:p>
            <a:pPr/>
          </a:p>
        </p:txBody>
      </p:sp>
      <p:sp>
        <p:nvSpPr>
          <p:cNvPr id="3" name="Date Placeholder 2"/>
          <p:cNvSpPr>
            <a:spLocks noGrp="1" noChangeArrowheads="1"/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Qe2Q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AAAAAAuKgAA0wIAABAAAAAmAAAACAAAAD+PAAAAAAAA"/>
              </a:ext>
            </a:extLst>
          </p:cNvSpPr>
          <p:nvPr>
            <p:ph type="dt" idx="10"/>
          </p:nvPr>
        </p:nvSpPr>
        <p:spPr>
          <a:xfrm>
            <a:off x="3884930" y="0"/>
            <a:ext cx="2971800" cy="459105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r">
              <a:defRPr sz="1200" cap="none"/>
            </a:lvl1pPr>
          </a:lstStyle>
          <a:p>
            <a:pPr/>
            <a:fld id="{0BF276A0-EEE6-A780-A84A-18D538045E4D}" type="datetime1">
              <a:t>7/23/19</a:t>
            </a:fld>
          </a:p>
        </p:txBody>
      </p:sp>
      <p:sp>
        <p:nvSpPr>
          <p:cNvPr id="4" name="Slide Image Placeholder 3"/>
          <p:cNvSpPr>
            <a:spLocks noGrp="1" noChangeArrowheads="1"/>
            <a:extLst>
              <a:ext uri="smNativeData">
                <pr:smNativeData xmlns:pr="smNativeData" xmlns="smNativeData" val="SMDATA_15_zxa2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8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L8PAAD/HwAA"/>
              </a:ext>
            </a:extLst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/>
            <a:endParaRPr lang="en-us" cap="none"/>
          </a:p>
        </p:txBody>
      </p:sp>
      <p:sp>
        <p:nvSpPr>
          <p:cNvPr id="5" name="Notes Placeholder 4"/>
          <p:cNvSpPr>
            <a:spLocks noGrp="1" noChangeArrowheads="1"/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TYUw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D8PAAD/HwAA"/>
              </a:ext>
            </a:extLst>
          </p:cNvSpPr>
          <p:nvPr>
            <p:ph type="body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/>
            <a:r>
              <a:rPr lang="en-us" cap="none"/>
              <a:t>Click to edit Master text styles</a:t>
            </a:r>
            <a:endParaRPr lang="en-us" cap="none"/>
          </a:p>
          <a:p>
            <a:pPr lvl="1"/>
            <a:r>
              <a:rPr lang="en-us" cap="none"/>
              <a:t>Second level</a:t>
            </a:r>
            <a:endParaRPr lang="en-us" cap="none"/>
          </a:p>
          <a:p>
            <a:pPr lvl="2"/>
            <a:r>
              <a:rPr lang="en-us" cap="none"/>
              <a:t>Third level</a:t>
            </a:r>
            <a:endParaRPr lang="en-us" cap="none"/>
          </a:p>
          <a:p>
            <a:pPr lvl="3"/>
            <a:r>
              <a:rPr lang="en-us" cap="none"/>
              <a:t>Fourth level</a:t>
            </a:r>
            <a:endParaRPr lang="en-us" cap="none"/>
          </a:p>
          <a:p>
            <a:pPr lvl="4"/>
            <a:r>
              <a:rPr lang="en-us" cap="none"/>
              <a:t>Fifth level</a:t>
            </a:r>
            <a:endParaRPr lang="en-us" cap="none"/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zxa2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AAAAAG41AABIEgAAQDgAABAAAAAmAAAACAAAAL+PAAD/HwAA"/>
              </a:ext>
            </a:extLst>
          </p:cNvSpPr>
          <p:nvPr>
            <p:ph type="ftr" sz="quarter" idx="11"/>
          </p:nvPr>
        </p:nvSpPr>
        <p:spPr>
          <a:xfrm>
            <a:off x="0" y="8685530"/>
            <a:ext cx="2971800" cy="4584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sz="1200" cap="none"/>
            </a:lvl1pPr>
          </a:lstStyle>
          <a:p>
            <a:pPr/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zxa2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iyUw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L+PAAD/Hw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r">
              <a:defRPr sz="1200" cap="none"/>
            </a:lvl1pPr>
          </a:lstStyle>
          <a:p>
            <a:pPr/>
            <a:fld id="{0BF26811-5FE6-A79E-A84A-A9CB26045EFC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9pPr>
  </p:notesStyle>
</p:notesMaster>
</file>

<file path=ppt/notesSlides/_rels/notesSlide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Relationship Id="rId3" Type="http://schemas.openxmlformats.org/officeDocument/2006/relationships/themeOverride" Target="../theme/themeOverride1.xml"/></Relationships>
</file>

<file path=ppt/notesSlides/_rels/notesSlide2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Relationship Id="rId3" Type="http://schemas.openxmlformats.org/officeDocument/2006/relationships/themeOverride" Target="../theme/themeOverride2.xml"/></Relationships>
</file>

<file path=ppt/notesSlides/_rels/notesSlide3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Relationship Id="rId3" Type="http://schemas.openxmlformats.org/officeDocument/2006/relationships/themeOverride" Target="../theme/themeOverride3.xml"/></Relationships>
</file>

<file path=ppt/notesSlides/_rels/notesSlide4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Relationship Id="rId3" Type="http://schemas.openxmlformats.org/officeDocument/2006/relationships/themeOverride" Target="../theme/themeOverride4.xml"/></Relationships>
</file>

<file path=ppt/notesSlides/_rels/notesSlide5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Relationship Id="rId3" Type="http://schemas.openxmlformats.org/officeDocument/2006/relationships/themeOverride" Target="../theme/themeOverride5.xml"/></Relationships>
</file>

<file path=ppt/notesSlides/_rels/notesSlide6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Relationship Id="rId3" Type="http://schemas.openxmlformats.org/officeDocument/2006/relationships/themeOverride" Target="../theme/themeOverride6.xml"/></Relationships>
</file>

<file path=ppt/notesSlides/_rels/notesSlide7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Relationship Id="rId3" Type="http://schemas.openxmlformats.org/officeDocument/2006/relationships/themeOverride" Target="../theme/themeOverride7.xml"/></Relationships>
</file>

<file path=ppt/notesSlides/_rels/notesSlide8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Relationship Id="rId3" Type="http://schemas.openxmlformats.org/officeDocument/2006/relationships/themeOverride" Target="../theme/themeOverride8.xml"/></Relationships>
</file>

<file path=ppt/notesSlides/_rels/notesSlide9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Relationship Id="rId3" Type="http://schemas.openxmlformats.org/officeDocument/2006/relationships/themeOverride" Target="../theme/themeOverride9.xml"/></Relationships>
</file>

<file path=ppt/notesSlides/_rels/notesSlide10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Relationship Id="rId3" Type="http://schemas.openxmlformats.org/officeDocument/2006/relationships/themeOverride" Target="../theme/themeOverride10.xml"/></Relationships>
</file>

<file path=ppt/notesSlides/_rels/notesSlide1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Relationship Id="rId3" Type="http://schemas.openxmlformats.org/officeDocument/2006/relationships/themeOverride" Target="../theme/themeOverride11.xml"/></Relationships>
</file>

<file path=ppt/notesSlides/_rels/notesSlide12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Relationship Id="rId3" Type="http://schemas.openxmlformats.org/officeDocument/2006/relationships/themeOverride" Target="../theme/themeOverride12.xml"/></Relationships>
</file>

<file path=ppt/notesSlides/notesSlide1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xa2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xa2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0BF25CEB-A5E6-A7AA-A84A-53FF12045E06}" type="slidenum">
              <a:t>1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xa2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xa2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0BF237F9-B7E6-A7C1-A84A-419479045E14}" type="slidenum">
              <a:rPr lang="en-us" cap="none"/>
              <a:t>2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xa2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xa2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0BF2191F-51E6-A7EF-A84A-A7BA57045EF2}" type="slidenum">
              <a:rPr lang="en-us" cap="none"/>
              <a:t>3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xa2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CrsG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BcLEh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xa2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0BF20741-0FE6-A7F1-A84A-F9A449045EAC}" type="slidenum">
              <a:rPr lang="en-us" cap="none"/>
              <a:t>4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xa2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b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xa2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T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0BF26A0D-43E6-A79C-A84A-B5C924045EE0}" type="slidenum">
              <a:rPr lang="en-us" cap="none"/>
              <a:t>5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xa2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zs7e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zt7O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xa2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3s6+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0BF24884-CAE6-A7BE-A84A-3CEB06045E69}" type="slidenum">
              <a:rPr lang="en-us" cap="none"/>
              <a:t>6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xa2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zs7O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zs7O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xa2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SASh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0BF23F0D-43E6-A7C9-A84A-B59C71045EE0}" type="slidenum">
              <a:rPr lang="en-us" cap="none"/>
              <a:t>7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8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xa2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xa2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Socx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0BF22D08-46E6-A7DB-A84A-B08E63045EE5}" type="slidenum">
              <a:rPr lang="en-us" cap="none"/>
              <a:t>8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9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xa2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xa2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0BF25422-6CE6-A7A2-A84A-9AF71A045ECF}" type="slidenum">
              <a:rPr lang="en-us" cap="none"/>
              <a:t>9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0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xa2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NCOT/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EcV2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xa2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A9mA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0BF20163-2DE6-A7F7-A84A-DBA24F045E8E}" type="slidenum">
              <a:rPr lang="en-us" cap="none"/>
              <a:t>10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1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xa2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xa2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0BF21351-1FE6-A7E5-A84A-E9B05D045EBC}" type="slidenum">
              <a:rPr lang="en-us" cap="none"/>
              <a:t>11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2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xa2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wk0w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xa2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UiMQ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0BF203A7-E9E6-A7F5-A84A-1FA04D045E4A}" type="slidenum">
              <a:rPr lang="en-us" cap="none"/>
              <a:t>12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 preserve="1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1"/>
          </a:solidFill>
          <a:effectLst/>
          <a:latin typeface="Calibri Light" pitchFamily="2" charset="0"/>
          <a:ea typeface="Calibri Light" pitchFamily="2" charset="0"/>
          <a:cs typeface="Calibri Light" pitchFamily="2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/Relationships>
</file>

<file path=ppt/slides/_rels/slide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/Relationships>
</file>

<file path=ppt/slides/_rels/slide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/Relationships>
</file>

<file path=ppt/slides/_rels/slide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png"/></Relationships>
</file>

<file path=ppt/slides/_rels/slide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/Relationships>
</file>

<file path=ppt/slides/_rels/slide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/Relationships>
</file>

<file path=ppt/slides/_rels/slide1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41.png"/><Relationship Id="rId5" Type="http://schemas.openxmlformats.org/officeDocument/2006/relationships/image" Target="../media/image15.png"/><Relationship Id="rId6" Type="http://schemas.openxmlformats.org/officeDocument/2006/relationships/image" Target="../media/image42.png"/></Relationships>
</file>

<file path=ppt/slides/_rels/slide1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hg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GA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AAAAAAAAAAAOAAAApB8AABAAAAAmAAAACAAAAP//////////"/>
              </a:ext>
            </a:extLst>
          </p:cNvSpPr>
          <p:nvPr/>
        </p:nvSpPr>
        <p:spPr>
          <a:xfrm>
            <a:off x="0" y="0"/>
            <a:ext cx="8890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  <a:effectLst/>
        </p:spPr>
      </p:sp>
      <p:sp>
        <p:nvSpPr>
          <p:cNvPr id="3" name="Shape 1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hg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JLC8B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0AIAAAAAAADeAgAApB8AABAAAAAmAAAACAAAAP//////////"/>
              </a:ext>
            </a:extLst>
          </p:cNvSpPr>
          <p:nvPr/>
        </p:nvSpPr>
        <p:spPr>
          <a:xfrm>
            <a:off x="457200" y="0"/>
            <a:ext cx="8890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  <a:effectLst/>
        </p:spPr>
      </p:sp>
      <p:sp>
        <p:nvSpPr>
          <p:cNvPr id="4" name="Shape 2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hg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8yw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oAUAAAAAAACuBQAApB8AABAAAAAmAAAACAAAAP//////////"/>
              </a:ext>
            </a:extLst>
          </p:cNvSpPr>
          <p:nvPr/>
        </p:nvSpPr>
        <p:spPr>
          <a:xfrm>
            <a:off x="914400" y="0"/>
            <a:ext cx="8890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  <a:effectLst/>
        </p:spPr>
      </p:sp>
      <p:sp>
        <p:nvSpPr>
          <p:cNvPr id="5" name="Shape 3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hg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cAgAAAAAAAB+CAAApB8AABAAAAAmAAAACAAAAP//////////"/>
              </a:ext>
            </a:extLst>
          </p:cNvSpPr>
          <p:nvPr/>
        </p:nvSpPr>
        <p:spPr>
          <a:xfrm>
            <a:off x="1371600" y="0"/>
            <a:ext cx="8890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  <a:effectLst/>
        </p:spPr>
      </p:sp>
      <p:sp>
        <p:nvSpPr>
          <p:cNvPr id="6" name="Shape 4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hg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TYUw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QAsAAAAAAABOCwAApB8AABAAAAAmAAAACAAAAP//////////"/>
              </a:ext>
            </a:extLst>
          </p:cNvSpPr>
          <p:nvPr/>
        </p:nvSpPr>
        <p:spPr>
          <a:xfrm>
            <a:off x="1828800" y="0"/>
            <a:ext cx="8890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  <a:effectLst/>
        </p:spPr>
      </p:sp>
      <p:sp>
        <p:nvSpPr>
          <p:cNvPr id="7" name="Shape 5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hg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Q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EA4AAAAAAAAeDgAApB8AABAAAAAmAAAACAAAAP//////////"/>
              </a:ext>
            </a:extLst>
          </p:cNvSpPr>
          <p:nvPr/>
        </p:nvSpPr>
        <p:spPr>
          <a:xfrm>
            <a:off x="2286000" y="0"/>
            <a:ext cx="8890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  <a:effectLst/>
        </p:spPr>
      </p:sp>
      <p:sp>
        <p:nvSpPr>
          <p:cNvPr id="8" name="Shape 6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hg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uz0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4BAAAAAAAADuEAAApB8AABAAAAAmAAAACAAAAP//////////"/>
              </a:ext>
            </a:extLst>
          </p:cNvSpPr>
          <p:nvPr/>
        </p:nvSpPr>
        <p:spPr>
          <a:xfrm>
            <a:off x="2743200" y="0"/>
            <a:ext cx="8890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  <a:effectLst/>
        </p:spPr>
      </p:sp>
      <p:sp>
        <p:nvSpPr>
          <p:cNvPr id="9" name="Shape 7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hg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sBMAAAAAAAC+EwAApB8AABAAAAAmAAAACAAAAP//////////"/>
              </a:ext>
            </a:extLst>
          </p:cNvSpPr>
          <p:nvPr/>
        </p:nvSpPr>
        <p:spPr>
          <a:xfrm>
            <a:off x="3200400" y="0"/>
            <a:ext cx="8890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  <a:effectLst/>
        </p:spPr>
      </p:sp>
      <p:sp>
        <p:nvSpPr>
          <p:cNvPr id="10" name="Shape 8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hg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JQu3Q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gBYAAAAAAACOFgAApB8AABAAAAAmAAAACAAAAP//////////"/>
              </a:ext>
            </a:extLst>
          </p:cNvSpPr>
          <p:nvPr/>
        </p:nvSpPr>
        <p:spPr>
          <a:xfrm>
            <a:off x="3657600" y="0"/>
            <a:ext cx="8890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  <a:effectLst/>
        </p:spPr>
      </p:sp>
      <p:sp>
        <p:nvSpPr>
          <p:cNvPr id="11" name="Shape 9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hg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JysUw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UBkAAAAAAABeGQAApB8AABAAAAAmAAAACAAAAP//////////"/>
              </a:ext>
            </a:extLst>
          </p:cNvSpPr>
          <p:nvPr/>
        </p:nvSpPr>
        <p:spPr>
          <a:xfrm>
            <a:off x="4114800" y="0"/>
            <a:ext cx="8890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  <a:effectLst/>
        </p:spPr>
      </p:sp>
      <p:sp>
        <p:nvSpPr>
          <p:cNvPr id="12" name="Shape 10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hg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IBwAAAAAAAAuHAAApB8AABAAAAAmAAAACAAAAP//////////"/>
              </a:ext>
            </a:extLst>
          </p:cNvSpPr>
          <p:nvPr/>
        </p:nvSpPr>
        <p:spPr>
          <a:xfrm>
            <a:off x="4572000" y="0"/>
            <a:ext cx="8890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  <a:effectLst/>
        </p:spPr>
      </p:sp>
      <p:sp>
        <p:nvSpPr>
          <p:cNvPr id="13" name="Shape 11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hg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8B4AAAAAAAD+HgAApB8AABAAAAAmAAAACAAAAP//////////"/>
              </a:ext>
            </a:extLst>
          </p:cNvSpPr>
          <p:nvPr/>
        </p:nvSpPr>
        <p:spPr>
          <a:xfrm>
            <a:off x="5029200" y="0"/>
            <a:ext cx="8890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  <a:effectLst/>
        </p:spPr>
      </p:sp>
      <p:sp>
        <p:nvSpPr>
          <p:cNvPr id="14" name="Shape 12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hg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wCEAAAAAAADOIQAApB8AABAAAAAmAAAACAAAAP//////////"/>
              </a:ext>
            </a:extLst>
          </p:cNvSpPr>
          <p:nvPr/>
        </p:nvSpPr>
        <p:spPr>
          <a:xfrm>
            <a:off x="5486400" y="0"/>
            <a:ext cx="8890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  <a:effectLst/>
        </p:spPr>
      </p:sp>
      <p:sp>
        <p:nvSpPr>
          <p:cNvPr id="15" name="Shape 13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hg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IAAA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kCQAAAAAAACeJAAApB8AABAAAAAmAAAACAAAAP//////////"/>
              </a:ext>
            </a:extLst>
          </p:cNvSpPr>
          <p:nvPr/>
        </p:nvSpPr>
        <p:spPr>
          <a:xfrm>
            <a:off x="5943600" y="0"/>
            <a:ext cx="8890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  <a:effectLst/>
        </p:spPr>
      </p:sp>
      <p:sp>
        <p:nvSpPr>
          <p:cNvPr id="16" name="Shape 14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hg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BI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YCcAAAAAAABuJwAApB8AABAAAAAmAAAACAAAAP//////////"/>
              </a:ext>
            </a:extLst>
          </p:cNvSpPr>
          <p:nvPr/>
        </p:nvSpPr>
        <p:spPr>
          <a:xfrm>
            <a:off x="6400800" y="0"/>
            <a:ext cx="8890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  <a:effectLst/>
        </p:spPr>
      </p:sp>
      <p:sp>
        <p:nvSpPr>
          <p:cNvPr id="17" name="Shape 15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hg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JgG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MCoAAAAAAAA+KgAApB8AABAAAAAmAAAACAAAAP//////////"/>
              </a:ext>
            </a:extLst>
          </p:cNvSpPr>
          <p:nvPr/>
        </p:nvSpPr>
        <p:spPr>
          <a:xfrm>
            <a:off x="6858000" y="0"/>
            <a:ext cx="8890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  <a:effectLst/>
        </p:spPr>
      </p:sp>
      <p:sp>
        <p:nvSpPr>
          <p:cNvPr id="18" name="Shape 16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hg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aRLg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AC0AAAAAAAAOLQAApB8AABAAAAAmAAAACAAAAP//////////"/>
              </a:ext>
            </a:extLst>
          </p:cNvSpPr>
          <p:nvPr/>
        </p:nvSpPr>
        <p:spPr>
          <a:xfrm>
            <a:off x="7315200" y="0"/>
            <a:ext cx="8890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  <a:effectLst/>
        </p:spPr>
      </p:sp>
      <p:sp>
        <p:nvSpPr>
          <p:cNvPr id="19" name="Shape 17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hg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V0AA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0C8AAAAAAADeLwAApB8AABAAAAAmAAAACAAAAP//////////"/>
              </a:ext>
            </a:extLst>
          </p:cNvSpPr>
          <p:nvPr/>
        </p:nvSpPr>
        <p:spPr>
          <a:xfrm>
            <a:off x="7772400" y="0"/>
            <a:ext cx="8890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  <a:effectLst/>
        </p:spPr>
      </p:sp>
      <p:sp>
        <p:nvSpPr>
          <p:cNvPr id="20" name="Shape 18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hg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oDIAAAAAAACuMgAApB8AABAAAAAmAAAACAAAAP//////////"/>
              </a:ext>
            </a:extLst>
          </p:cNvSpPr>
          <p:nvPr/>
        </p:nvSpPr>
        <p:spPr>
          <a:xfrm>
            <a:off x="8229600" y="0"/>
            <a:ext cx="8890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  <a:effectLst/>
        </p:spPr>
      </p:sp>
      <p:sp>
        <p:nvSpPr>
          <p:cNvPr id="21" name="Shape 19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hg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cDUAAAAAAAB+NQAApB8AABAAAAAmAAAACAAAAP//////////"/>
              </a:ext>
            </a:extLst>
          </p:cNvSpPr>
          <p:nvPr/>
        </p:nvSpPr>
        <p:spPr>
          <a:xfrm>
            <a:off x="8686800" y="0"/>
            <a:ext cx="8890" cy="51435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  <a:effectLst/>
        </p:spPr>
      </p:sp>
      <p:sp>
        <p:nvSpPr>
          <p:cNvPr id="22" name="Text 20"/>
          <p:cNvSpPr>
            <a:extLst>
              <a:ext uri="smNativeData">
                <pr:smNativeData xmlns:pr="smNativeData" xmlns="smNativeData" val="SMDATA_15_zxa2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sAEAAKAFAACQNgAA4AcAABAAAAAmAAAACAAAAP//////////"/>
              </a:ext>
            </a:extLst>
          </p:cNvSpPr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75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S O F / M P O  —  S e c r e t a r i a   d e   O r ç a m e n t o   F e d e r a l</a:t>
            </a:r>
            <a:endParaRPr lang="en-us" sz="750" cap="none"/>
          </a:p>
        </p:txBody>
      </p:sp>
      <p:sp>
        <p:nvSpPr>
          <p:cNvPr id="23" name="Text 21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HAIAADAMwAAUBAAABAAAAAmAAAACAAAAP//////////"/>
              </a:ext>
            </a:extLst>
          </p:cNvSpPr>
          <p:nvPr/>
        </p:nvSpPr>
        <p:spPr>
          <a:xfrm>
            <a:off x="731520" y="1371600"/>
            <a:ext cx="7680960" cy="12801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800" b="1" cap="none">
                <a:solidFill>
                  <a:srgbClr val="FFFFFF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Sistema de Acompanhamento da Carreira</a:t>
            </a:r>
            <a:endParaRPr lang="en-us" sz="2800" cap="none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800" b="1" cap="none">
                <a:solidFill>
                  <a:srgbClr val="FFFFFF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de Planejamento e Orçamento</a:t>
            </a:r>
            <a:endParaRPr lang="en-us" sz="2800" cap="none"/>
          </a:p>
        </p:txBody>
      </p:sp>
      <p:sp>
        <p:nvSpPr>
          <p:cNvPr id="24" name="Shape 22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v95a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95aAP///wEAAAAAAAAAAAAAAAAAAAAAAAAAAAAAAAAAAAAAAAAAAAAAAAB/f38A5+bmA8zMzADAwP8Af39/AAAAAAAAAAAAAAAAAAAAAAAAAAAAIQAAABgAAAAUAAAAEBcAAOAQAAAwIQAAGhEAABAAAAAmAAAACAAAAP//////////"/>
              </a:ext>
            </a:extLst>
          </p:cNvSpPr>
          <p:nvPr/>
        </p:nvSpPr>
        <p:spPr>
          <a:xfrm>
            <a:off x="3749040" y="2743200"/>
            <a:ext cx="1645920" cy="36830"/>
          </a:xfrm>
          <a:prstGeom prst="rect">
            <a:avLst/>
          </a:prstGeom>
          <a:solidFill>
            <a:srgbClr val="BFDE5A"/>
          </a:solidFill>
          <a:ln>
            <a:noFill/>
          </a:ln>
          <a:effectLst/>
        </p:spPr>
      </p:sp>
      <p:sp>
        <p:nvSpPr>
          <p:cNvPr id="25" name="Text 23"/>
          <p:cNvSpPr>
            <a:extLst>
              <a:ext uri="smNativeData">
                <pr:smNativeData xmlns:pr="smNativeData" xmlns="smNativeData" val="SMDATA_15_zxa2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b8PQ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AUAAAASAACgMgAA0BQAABAAAAAmAAAACAAAAP//////////"/>
              </a:ext>
            </a:extLst>
          </p:cNvSpPr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300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SAC/PO — Levantamento de Escopo Inicial</a:t>
            </a:r>
            <a:endParaRPr lang="en-us" sz="1300" cap="none"/>
          </a:p>
        </p:txBody>
      </p:sp>
      <p:sp>
        <p:nvSpPr>
          <p:cNvPr id="26" name="Text 24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I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cAgAAMAYAADQLwAAABsAABAAAAAmAAAACAAAAP//////////"/>
              </a:ext>
            </a:extLst>
          </p:cNvSpPr>
          <p:nvPr/>
        </p:nvSpPr>
        <p:spPr>
          <a:xfrm>
            <a:off x="1371600" y="4023360"/>
            <a:ext cx="64008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0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  Leonel       SOF/MPO       2025</a:t>
            </a:r>
            <a:endParaRPr lang="en-us" sz="1000" b="1" cap="none">
              <a:solidFill>
                <a:srgbClr val="FFFFFF"/>
              </a:solidFill>
              <a:latin typeface="Arial" pitchFamily="2" charset="0"/>
              <a:ea typeface="Arial" pitchFamily="2" charset="0"/>
              <a:cs typeface="Arial" pitchFamily="2" charset="0"/>
            </a:endParaRPr>
          </a:p>
        </p:txBody>
      </p:sp>
      <p:sp>
        <p:nvSpPr>
          <p:cNvPr id="27" name="Shape 25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Jc5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Jc5AP///wEAAAAAAAAAAAAAAAAAAAAAAAAAAAAAAAAAAAAAAAAAADMzMwB/f38A5+bmA8zMzADAwP8Af39/AAAAAAAAAAAAAAAAAAAAAAAAAAAAIQAAABgAAAAUAAAAAAAAAKwdAADeAgAApB8AABAAAAAmAAAACAAAAP//////////"/>
              </a:ext>
            </a:extLst>
          </p:cNvSpPr>
          <p:nvPr/>
        </p:nvSpPr>
        <p:spPr>
          <a:xfrm>
            <a:off x="0" y="4823460"/>
            <a:ext cx="466090" cy="320040"/>
          </a:xfrm>
          <a:prstGeom prst="rect">
            <a:avLst/>
          </a:prstGeom>
          <a:solidFill>
            <a:srgbClr val="009739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28" name="Shape 26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9cA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cAAP///wEAAAAAAAAAAAAAAAAAAAAAAAAAAAAAAAAAAAAAAAAAADMzMwB/f38A5+bmA8zMzADAwP8Af39/AAAAAAAAAAAAAAAAAAAAAAAAAAAAIQAAABgAAAAUAAAA0AIAAKwdAACuBQAApB8AABAAAAAmAAAACAAAAP//////////"/>
              </a:ext>
            </a:extLst>
          </p:cNvSpPr>
          <p:nvPr/>
        </p:nvSpPr>
        <p:spPr>
          <a:xfrm>
            <a:off x="457200" y="4823460"/>
            <a:ext cx="466090" cy="320040"/>
          </a:xfrm>
          <a:prstGeom prst="rect">
            <a:avLst/>
          </a:prstGeom>
          <a:solidFill>
            <a:srgbClr val="FFD700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29" name="Shape 27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Jc5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Jc5AP///wEAAAAAAAAAAAAAAAAAAAAAAAAAAAAAAAAAAAAAAAAAADMzMwB/f38A5+bmA8zMzADAwP8Af39/AAAAAAAAAAAAAAAAAAAAAAAAAAAAIQAAABgAAAAUAAAAoAUAAKwdAAB+CAAApB8AABAAAAAmAAAACAAAAP//////////"/>
              </a:ext>
            </a:extLst>
          </p:cNvSpPr>
          <p:nvPr/>
        </p:nvSpPr>
        <p:spPr>
          <a:xfrm>
            <a:off x="914400" y="4823460"/>
            <a:ext cx="466090" cy="320040"/>
          </a:xfrm>
          <a:prstGeom prst="rect">
            <a:avLst/>
          </a:prstGeom>
          <a:solidFill>
            <a:srgbClr val="009739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30" name="Shape 28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Cd2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Cd2AP///wEAAAAAAAAAAAAAAAAAAAAAAAAAAAAAAAAAAAAAAAAAADMzMwB/f38A5+bmA8zMzADAwP8Af39/AAAAAAAAAAAAAAAAAAAAAAAAAAAAIQAAABgAAAAUAAAAcAgAAKwdAABOCwAApB8AABAAAAAmAAAACAAAAP//////////"/>
              </a:ext>
            </a:extLst>
          </p:cNvSpPr>
          <p:nvPr/>
        </p:nvSpPr>
        <p:spPr>
          <a:xfrm>
            <a:off x="1371600" y="4823460"/>
            <a:ext cx="466090" cy="320040"/>
          </a:xfrm>
          <a:prstGeom prst="rect">
            <a:avLst/>
          </a:prstGeom>
          <a:solidFill>
            <a:srgbClr val="002776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31" name="Shape 29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9cA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cAAP///wEAAAAAAAAAAAAAAAAAAAAAAAAAAAAAAAAAAAAAAAAAADMzMwB/f38A5+bmA8zMzADAwP8Af39/AAAAAAAAAAAAAAAAAAAAAAAAAAAAIQAAABgAAAAUAAAAQAsAAKwdAAAeDgAApB8AABAAAAAmAAAACAAAAP//////////"/>
              </a:ext>
            </a:extLst>
          </p:cNvSpPr>
          <p:nvPr/>
        </p:nvSpPr>
        <p:spPr>
          <a:xfrm>
            <a:off x="1828800" y="4823460"/>
            <a:ext cx="466090" cy="320040"/>
          </a:xfrm>
          <a:prstGeom prst="rect">
            <a:avLst/>
          </a:prstGeom>
          <a:solidFill>
            <a:srgbClr val="FFD700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32" name="Shape 30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zAAA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zAAAAP///wEAAAAAAAAAAAAAAAAAAAAAAAAAAAAAAAAAAAAAAAAAADMzMwB/f38A5+bmA8zMzADAwP8Af39/AAAAAAAAAAAAAAAAAAAAAAAAAAAAIQAAABgAAAAUAAAAEA4AAKwdAADuEAAApB8AABAAAAAmAAAACAAAAP//////////"/>
              </a:ext>
            </a:extLst>
          </p:cNvSpPr>
          <p:nvPr/>
        </p:nvSpPr>
        <p:spPr>
          <a:xfrm>
            <a:off x="2286000" y="4823460"/>
            <a:ext cx="466090" cy="320040"/>
          </a:xfrm>
          <a:prstGeom prst="rect">
            <a:avLst/>
          </a:prstGeom>
          <a:solidFill>
            <a:srgbClr val="CC0000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33" name="Shape 31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Jc5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Jc5AP///wEAAAAAAAAAAAAAAAAAAAAAAAAAAAAAAAAAAAAAAAAAADMzMwB/f38A5+bmA8zMzADAwP8Af39/AAAAAAAAAAAAAAAAAAAAAAAAAAAAIQAAABgAAAAUAAAA4BAAAKwdAAC+EwAApB8AABAAAAAmAAAACAAAAP//////////"/>
              </a:ext>
            </a:extLst>
          </p:cNvSpPr>
          <p:nvPr/>
        </p:nvSpPr>
        <p:spPr>
          <a:xfrm>
            <a:off x="2743200" y="4823460"/>
            <a:ext cx="466090" cy="320040"/>
          </a:xfrm>
          <a:prstGeom prst="rect">
            <a:avLst/>
          </a:prstGeom>
          <a:solidFill>
            <a:srgbClr val="009739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34" name="Shape 32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9cA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cAAP///wEAAAAAAAAAAAAAAAAAAAAAAAAAAAAAAAAAAAAAAAAAADMzMwB/f38A5+bmA8zMzADAwP8Af39/AAAAAAAAAAAAAAAAAAAAAAAAAAAAIQAAABgAAAAUAAAAsBMAAKwdAACOFgAApB8AABAAAAAmAAAACAAAAP//////////"/>
              </a:ext>
            </a:extLst>
          </p:cNvSpPr>
          <p:nvPr/>
        </p:nvSpPr>
        <p:spPr>
          <a:xfrm>
            <a:off x="3200400" y="4823460"/>
            <a:ext cx="466090" cy="320040"/>
          </a:xfrm>
          <a:prstGeom prst="rect">
            <a:avLst/>
          </a:prstGeom>
          <a:solidFill>
            <a:srgbClr val="FFD700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35" name="Shape 33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Cd2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Cd2AP///wEAAAAAAAAAAAAAAAAAAAAAAAAAAAAAAAAAAAAAAAAAADMzMwB/f38A5+bmA8zMzADAwP8Af39/AAAAAAAAAAAAAAAAAAAAAAAAAAAAIQAAABgAAAAUAAAAgBYAAKwdAABeGQAApB8AABAAAAAmAAAACAAAAP//////////"/>
              </a:ext>
            </a:extLst>
          </p:cNvSpPr>
          <p:nvPr/>
        </p:nvSpPr>
        <p:spPr>
          <a:xfrm>
            <a:off x="3657600" y="4823460"/>
            <a:ext cx="466090" cy="320040"/>
          </a:xfrm>
          <a:prstGeom prst="rect">
            <a:avLst/>
          </a:prstGeom>
          <a:solidFill>
            <a:srgbClr val="002776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AAAAAAAAAAAoBcAAKwd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840480" cy="482346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 0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4BkAAIAEAAAANgAAMAYAABAAAAAmAAAACAAAAP//////////"/>
              </a:ext>
            </a:extLst>
          </p:cNvSpPr>
          <p:nvPr/>
        </p:nvSpPr>
        <p:spPr>
          <a:xfrm>
            <a:off x="4206240" y="731520"/>
            <a:ext cx="45720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800" b="1" cap="none" spc="27">
                <a:solidFill>
                  <a:srgbClr val="00A000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O Cenário Atual</a:t>
            </a:r>
            <a:endParaRPr lang="en-us" sz="800" cap="none"/>
          </a:p>
        </p:txBody>
      </p:sp>
      <p:sp>
        <p:nvSpPr>
          <p:cNvPr id="4" name="Text 1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4BkAADAGAAAANgAAQAsAABAAAAAmAAAACAAAAP//////////"/>
              </a:ext>
            </a:extLst>
          </p:cNvSpPr>
          <p:nvPr/>
        </p:nvSpPr>
        <p:spPr>
          <a:xfrm>
            <a:off x="4206240" y="1005840"/>
            <a:ext cx="457200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b="1" cap="none">
                <a:solidFill>
                  <a:srgbClr val="002776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Gestão da Carreira</a:t>
            </a:r>
            <a:endParaRPr lang="en-us" sz="2200" cap="none"/>
          </a:p>
          <a:p>
            <a:pPr marL="0" indent="0">
              <a:lnSpc>
                <a:spcPct val="110000"/>
              </a:lnSpc>
              <a:buNone/>
            </a:pPr>
            <a:r>
              <a:rPr lang="en-us" sz="2200" b="1" cap="none">
                <a:solidFill>
                  <a:srgbClr val="002776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Sem Sistema Unificado</a:t>
            </a:r>
            <a:endParaRPr lang="en-us" sz="2200" cap="none"/>
          </a:p>
        </p:txBody>
      </p:sp>
      <p:sp>
        <p:nvSpPr>
          <p:cNvPr id="5" name="Shape 2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wDkr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DkrAP///wEAAAAAAAAAAAAAAAAAAAAAAAAAAAAAAAAAAAAAAAAAAAAAAAB/f38A5+bmA8zMzADAwP8Af39/AAAAAAAAAAAAAAAAAAAAAAAAAAAAIQAAABgAAAAUAAAA4BkAAIgLAABAHQAAwgsAABAAAAAmAAAACAAAAP//////////"/>
              </a:ext>
            </a:extLst>
          </p:cNvSpPr>
          <p:nvPr/>
        </p:nvSpPr>
        <p:spPr>
          <a:xfrm>
            <a:off x="4206240" y="1874520"/>
            <a:ext cx="548640" cy="3683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</p:sp>
      <p:pic>
        <p:nvPicPr>
          <p:cNvPr id="6" name="Image 1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OAZAAAbDQAAHRsAAFgO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2130425"/>
            <a:ext cx="201295" cy="2012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Text 3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2BsAAPAMAAAoNQAAoA4AABAAAAAmAAAACAAAAP//////////"/>
              </a:ext>
            </a:extLst>
          </p:cNvSpPr>
          <p:nvPr/>
        </p:nvSpPr>
        <p:spPr>
          <a:xfrm>
            <a:off x="4526280" y="2103120"/>
            <a:ext cx="41148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000" b="1" cap="none">
                <a:solidFill>
                  <a:srgbClr val="333333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Dados dispersos entre SIAPE, SEI e DOU</a:t>
            </a:r>
            <a:endParaRPr lang="en-us" sz="1000" cap="none"/>
          </a:p>
        </p:txBody>
      </p:sp>
      <p:pic>
        <p:nvPicPr>
          <p:cNvPr id="8" name="Image 2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OAZAAA+DwAAHRsAAHsQAAAQAAAAJgAAAAgAAAD//////////w=="/>
              </a:ext>
            </a:extLst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2477770"/>
            <a:ext cx="201295" cy="2012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" name="Text 4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2BsAABMPAAAoNQAAwxAAABAAAAAmAAAACAAAAP//////////"/>
              </a:ext>
            </a:extLst>
          </p:cNvSpPr>
          <p:nvPr/>
        </p:nvSpPr>
        <p:spPr>
          <a:xfrm>
            <a:off x="4526280" y="2450465"/>
            <a:ext cx="41148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000" b="1" cap="none">
                <a:solidFill>
                  <a:srgbClr val="333333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Sem forma rápida de localizar servidores</a:t>
            </a:r>
            <a:endParaRPr lang="en-us" sz="1000" cap="none"/>
          </a:p>
        </p:txBody>
      </p:sp>
      <p:pic>
        <p:nvPicPr>
          <p:cNvPr id="10" name="Image 3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OAZAABiEQAAHRsAAJ4SAAAQAAAAJgAAAAgAAAD//////////w=="/>
              </a:ext>
            </a:extLst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2825750"/>
            <a:ext cx="201295" cy="20066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 5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2BsAADYRAAAoNQAA5hIAABAAAAAmAAAACAAAAP//////////"/>
              </a:ext>
            </a:extLst>
          </p:cNvSpPr>
          <p:nvPr/>
        </p:nvSpPr>
        <p:spPr>
          <a:xfrm>
            <a:off x="4526280" y="2797810"/>
            <a:ext cx="41148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000" b="1" cap="none">
                <a:solidFill>
                  <a:srgbClr val="333333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Movimentações acompanhadas manualmente</a:t>
            </a:r>
            <a:endParaRPr lang="en-us" sz="1000" cap="none"/>
          </a:p>
        </p:txBody>
      </p:sp>
      <p:pic>
        <p:nvPicPr>
          <p:cNvPr id="12" name="Image 4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OAZAACFEwAAHRsAAMIUAAAQAAAAJgAAAAgAAAD//////////w=="/>
              </a:ext>
            </a:extLst>
          </p:cNvPicPr>
          <p:nvPr/>
        </p:nvPicPr>
        <p:blipFill>
          <a:blip r:embed="rId7"/>
          <a:stretch>
            <a:fillRect/>
          </a:stretch>
        </p:blipFill>
        <p:spPr>
          <a:xfrm>
            <a:off x="4206240" y="3173095"/>
            <a:ext cx="201295" cy="2012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3" name="Text 6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2BsAAFoTAAAoNQAAChUAABAAAAAmAAAACAAAAP//////////"/>
              </a:ext>
            </a:extLst>
          </p:cNvSpPr>
          <p:nvPr/>
        </p:nvSpPr>
        <p:spPr>
          <a:xfrm>
            <a:off x="4526280" y="3145790"/>
            <a:ext cx="41148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000" b="1" cap="none">
                <a:solidFill>
                  <a:srgbClr val="333333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Afastamentos e GSISTE em planilhas separadas</a:t>
            </a:r>
            <a:endParaRPr lang="en-us" sz="1000" cap="none"/>
          </a:p>
        </p:txBody>
      </p:sp>
      <p:sp>
        <p:nvSpPr>
          <p:cNvPr id="14" name="Shape 7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Cd2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Cd2AP///wEAAAAAAAAAAAAAAAAAAAAAAAAAAAAAAAAAAAAAAAAAAAAAAAB/f38A5+bmA8zMzADAwP8Af39/AAAAAAAAAAAAAAAAAAAAAAAAAAAAIQAAABgAAAAUAAAA4BkAADgWAAAANgAAUBkAABAAAAAmAAAACAAAAP//////////"/>
              </a:ext>
            </a:extLst>
          </p:cNvSpPr>
          <p:nvPr/>
        </p:nvSpPr>
        <p:spPr>
          <a:xfrm>
            <a:off x="4206240" y="3611880"/>
            <a:ext cx="4572000" cy="502920"/>
          </a:xfrm>
          <a:prstGeom prst="rect">
            <a:avLst/>
          </a:prstGeom>
          <a:solidFill>
            <a:srgbClr val="002776"/>
          </a:solidFill>
          <a:ln>
            <a:noFill/>
          </a:ln>
          <a:effectLst/>
        </p:spPr>
      </p:sp>
      <p:pic>
        <p:nvPicPr>
          <p:cNvPr id="15" name="Image 5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LgaAADIFgAAaBwAAHgYAAAQAAAAJgAAAAgAAAD//////////w=="/>
              </a:ext>
            </a:extLst>
          </p:cNvPicPr>
          <p:nvPr/>
        </p:nvPicPr>
        <p:blipFill>
          <a:blip r:embed="rId8"/>
          <a:stretch>
            <a:fillRect/>
          </a:stretch>
        </p:blipFill>
        <p:spPr>
          <a:xfrm>
            <a:off x="4343400" y="3703320"/>
            <a:ext cx="274320" cy="2743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6" name="Text 8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+BwAADgWAAAoNQAAUBkAABAAAAAmAAAACAAAAP//////////"/>
              </a:ext>
            </a:extLst>
          </p:cNvSpPr>
          <p:nvPr/>
        </p:nvSpPr>
        <p:spPr>
          <a:xfrm>
            <a:off x="4709160" y="3611880"/>
            <a:ext cx="393192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950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A SOF precisa de um </a:t>
            </a:r>
            <a:r>
              <a:rPr lang="en-us" sz="95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sistema único para a carreira.</a:t>
            </a:r>
            <a:endParaRPr lang="en-us" sz="950" b="1" cap="none">
              <a:solidFill>
                <a:srgbClr val="FFFFFF"/>
              </a:solidFill>
              <a:latin typeface="Arial" pitchFamily="2" charset="0"/>
              <a:ea typeface="Arial" pitchFamily="2" charset="0"/>
              <a:cs typeface="Arial" pitchFamily="2" charset="0"/>
            </a:endParaRPr>
          </a:p>
        </p:txBody>
      </p:sp>
      <p:sp>
        <p:nvSpPr>
          <p:cNvPr id="17" name="Shape 9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Jc5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Jc5AP///wEAAAAAAAAAAAAAAAAAAAAAAAAAAAAAAAAAAAAAAAAAADMzMwB/f38A5+bmA8zMzADAwP8Af39/AAAAAAAAAAAAAAAAAAAAAAAAAAAAIQAAABgAAAAUAAAAAAAAAKwdAADeAgAApB8AABAAAAAmAAAACAAAAP//////////"/>
              </a:ext>
            </a:extLst>
          </p:cNvSpPr>
          <p:nvPr/>
        </p:nvSpPr>
        <p:spPr>
          <a:xfrm>
            <a:off x="0" y="4823460"/>
            <a:ext cx="466090" cy="320040"/>
          </a:xfrm>
          <a:prstGeom prst="rect">
            <a:avLst/>
          </a:prstGeom>
          <a:solidFill>
            <a:srgbClr val="009739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18" name="Shape 10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9cA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cAAP///wEAAAAAAAAAAAAAAAAAAAAAAAAAAAAAAAAAAAAAAAAAADMzMwB/f38A5+bmA8zMzADAwP8Af39/AAAAAAAAAAAAAAAAAAAAAAAAAAAAIQAAABgAAAAUAAAA0AIAAKwdAACuBQAApB8AABAAAAAmAAAACAAAAP//////////"/>
              </a:ext>
            </a:extLst>
          </p:cNvSpPr>
          <p:nvPr/>
        </p:nvSpPr>
        <p:spPr>
          <a:xfrm>
            <a:off x="457200" y="4823460"/>
            <a:ext cx="466090" cy="320040"/>
          </a:xfrm>
          <a:prstGeom prst="rect">
            <a:avLst/>
          </a:prstGeom>
          <a:solidFill>
            <a:srgbClr val="FFD700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19" name="Shape 11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Jc5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Jc5AP///wEAAAAAAAAAAAAAAAAAAAAAAAAAAAAAAAAAAAAAAAAAADMzMwB/f38A5+bmA8zMzADAwP8Af39/AAAAAAAAAAAAAAAAAAAAAAAAAAAAIQAAABgAAAAUAAAAoAUAAKwdAAB+CAAApB8AABAAAAAmAAAACAAAAP//////////"/>
              </a:ext>
            </a:extLst>
          </p:cNvSpPr>
          <p:nvPr/>
        </p:nvSpPr>
        <p:spPr>
          <a:xfrm>
            <a:off x="914400" y="4823460"/>
            <a:ext cx="466090" cy="320040"/>
          </a:xfrm>
          <a:prstGeom prst="rect">
            <a:avLst/>
          </a:prstGeom>
          <a:solidFill>
            <a:srgbClr val="009739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20" name="Shape 12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Cd2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y1OA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Cd2AP///wEAAAAAAAAAAAAAAAAAAAAAAAAAAAAAAAAAAAAAAAAAADMzMwB/f38A5+bmA8zMzADAwP8Af39/AAAAAAAAAAAAAAAAAAAAAAAAAAAAIQAAABgAAAAUAAAAcAgAAKwdAABOCwAApB8AABAAAAAmAAAACAAAAP//////////"/>
              </a:ext>
            </a:extLst>
          </p:cNvSpPr>
          <p:nvPr/>
        </p:nvSpPr>
        <p:spPr>
          <a:xfrm>
            <a:off x="1371600" y="4823460"/>
            <a:ext cx="466090" cy="320040"/>
          </a:xfrm>
          <a:prstGeom prst="rect">
            <a:avLst/>
          </a:prstGeom>
          <a:solidFill>
            <a:srgbClr val="002776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21" name="Shape 13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9cA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cAAP///wEAAAAAAAAAAAAAAAAAAAAAAAAAAAAAAAAAAAAAAAAAADMzMwB/f38A5+bmA8zMzADAwP8Af39/AAAAAAAAAAAAAAAAAAAAAAAAAAAAIQAAABgAAAAUAAAAQAsAAKwdAAAeDgAApB8AABAAAAAmAAAACAAAAP//////////"/>
              </a:ext>
            </a:extLst>
          </p:cNvSpPr>
          <p:nvPr/>
        </p:nvSpPr>
        <p:spPr>
          <a:xfrm>
            <a:off x="1828800" y="4823460"/>
            <a:ext cx="466090" cy="320040"/>
          </a:xfrm>
          <a:prstGeom prst="rect">
            <a:avLst/>
          </a:prstGeom>
          <a:solidFill>
            <a:srgbClr val="FFD700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22" name="Shape 14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zAAA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zAAAAP///wEAAAAAAAAAAAAAAAAAAAAAAAAAAAAAAAAAAAAAAAAAADMzMwB/f38A5+bmA8zMzADAwP8Af39/AAAAAAAAAAAAAAAAAAAAAAAAAAAAIQAAABgAAAAUAAAAEA4AAKwdAADuEAAApB8AABAAAAAmAAAACAAAAP//////////"/>
              </a:ext>
            </a:extLst>
          </p:cNvSpPr>
          <p:nvPr/>
        </p:nvSpPr>
        <p:spPr>
          <a:xfrm>
            <a:off x="2286000" y="4823460"/>
            <a:ext cx="466090" cy="320040"/>
          </a:xfrm>
          <a:prstGeom prst="rect">
            <a:avLst/>
          </a:prstGeom>
          <a:solidFill>
            <a:srgbClr val="CC0000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23" name="Shape 15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Jc5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Jc5AP///wEAAAAAAAAAAAAAAAAAAAAAAAAAAAAAAAAAAAAAAAAAADMzMwB/f38A5+bmA8zMzADAwP8Af39/AAAAAAAAAAAAAAAAAAAAAAAAAAAAIQAAABgAAAAUAAAA4BAAAKwdAAC+EwAApB8AABAAAAAmAAAACAAAAP//////////"/>
              </a:ext>
            </a:extLst>
          </p:cNvSpPr>
          <p:nvPr/>
        </p:nvSpPr>
        <p:spPr>
          <a:xfrm>
            <a:off x="2743200" y="4823460"/>
            <a:ext cx="466090" cy="320040"/>
          </a:xfrm>
          <a:prstGeom prst="rect">
            <a:avLst/>
          </a:prstGeom>
          <a:solidFill>
            <a:srgbClr val="009739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24" name="Shape 16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9cA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zKPA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cAAP///wEAAAAAAAAAAAAAAAAAAAAAAAAAAAAAAAAAAAAAAAAAADMzMwB/f38A5+bmA8zMzADAwP8Af39/AAAAAAAAAAAAAAAAAAAAAAAAAAAAIQAAABgAAAAUAAAAsBMAAKwdAACOFgAApB8AABAAAAAmAAAACAAAAP//////////"/>
              </a:ext>
            </a:extLst>
          </p:cNvSpPr>
          <p:nvPr/>
        </p:nvSpPr>
        <p:spPr>
          <a:xfrm>
            <a:off x="3200400" y="4823460"/>
            <a:ext cx="466090" cy="320040"/>
          </a:xfrm>
          <a:prstGeom prst="rect">
            <a:avLst/>
          </a:prstGeom>
          <a:solidFill>
            <a:srgbClr val="FFD700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25" name="Shape 17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Cd2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Cd2AP///wEAAAAAAAAAAAAAAAAAAAAAAAAAAAAAAAAAAAAAAAAAADMzMwB/f38A5+bmA8zMzADAwP8Af39/AAAAAAAAAAAAAAAAAAAAAAAAAAAAIQAAABgAAAAUAAAAgBYAAKwdAABeGQAApB8AABAAAAAmAAAACAAAAP//////////"/>
              </a:ext>
            </a:extLst>
          </p:cNvSpPr>
          <p:nvPr/>
        </p:nvSpPr>
        <p:spPr>
          <a:xfrm>
            <a:off x="3657600" y="4823460"/>
            <a:ext cx="466090" cy="320040"/>
          </a:xfrm>
          <a:prstGeom prst="rect">
            <a:avLst/>
          </a:prstGeom>
          <a:solidFill>
            <a:srgbClr val="002776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26" name="Shape 18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Jc5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Jc5AP///wEAAAAAAAAAAAAAAAAAAAAAAAAAAAAAAAAAAAAAAAAAADMzMwB/f38A5+bmA8zMzADAwP8Af39/AAAAAAAAAAAAAAAAAAAAAAAAAAAAIQAAABgAAAAUAAAAUBkAAKwdAAAuHAAApB8AABAAAAAmAAAACAAAAP//////////"/>
              </a:ext>
            </a:extLst>
          </p:cNvSpPr>
          <p:nvPr/>
        </p:nvSpPr>
        <p:spPr>
          <a:xfrm>
            <a:off x="4114800" y="4823460"/>
            <a:ext cx="466090" cy="320040"/>
          </a:xfrm>
          <a:prstGeom prst="rect">
            <a:avLst/>
          </a:prstGeom>
          <a:solidFill>
            <a:srgbClr val="009739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27" name="Shape 19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zAAA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zAAAAP///wEAAAAAAAAAAAAAAAAAAAAAAAAAAAAAAAAAAAAAAAAAADMzMwB/f38A5+bmA8zMzADAwP8Af39/AAAAAAAAAAAAAAAAAAAAAAAAAAAAIQAAABgAAAAUAAAAIBwAAKwdAAD+HgAApB8AABAAAAAmAAAACAAAAP//////////"/>
              </a:ext>
            </a:extLst>
          </p:cNvSpPr>
          <p:nvPr/>
        </p:nvSpPr>
        <p:spPr>
          <a:xfrm>
            <a:off x="4572000" y="4823460"/>
            <a:ext cx="466090" cy="320040"/>
          </a:xfrm>
          <a:prstGeom prst="rect">
            <a:avLst/>
          </a:prstGeom>
          <a:solidFill>
            <a:srgbClr val="CC0000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28" name="Shape 20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9cA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cAAP///wEAAAAAAAAAAAAAAAAAAAAAAAAAAAAAAAAAAAAAAAAAADMzMwB/f38A5+bmA8zMzADAwP8Af39/AAAAAAAAAAAAAAAAAAAAAAAAAAAAIQAAABgAAAAUAAAA8B4AAKwdAADOIQAApB8AABAAAAAmAAAACAAAAP//////////"/>
              </a:ext>
            </a:extLst>
          </p:cNvSpPr>
          <p:nvPr/>
        </p:nvSpPr>
        <p:spPr>
          <a:xfrm>
            <a:off x="5029200" y="4823460"/>
            <a:ext cx="466090" cy="320040"/>
          </a:xfrm>
          <a:prstGeom prst="rect">
            <a:avLst/>
          </a:prstGeom>
          <a:solidFill>
            <a:srgbClr val="FFD700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29" name="Shape 21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Jc5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Jc5AP///wEAAAAAAAAAAAAAAAAAAAAAAAAAAAAAAAAAAAAAAAAAADMzMwB/f38A5+bmA8zMzADAwP8Af39/AAAAAAAAAAAAAAAAAAAAAAAAAAAAIQAAABgAAAAUAAAAwCEAAKwdAACeJAAApB8AABAAAAAmAAAACAAAAP//////////"/>
              </a:ext>
            </a:extLst>
          </p:cNvSpPr>
          <p:nvPr/>
        </p:nvSpPr>
        <p:spPr>
          <a:xfrm>
            <a:off x="5486400" y="4823460"/>
            <a:ext cx="466090" cy="320040"/>
          </a:xfrm>
          <a:prstGeom prst="rect">
            <a:avLst/>
          </a:prstGeom>
          <a:solidFill>
            <a:srgbClr val="009739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30" name="Shape 22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Cd2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Cd2AP///wEAAAAAAAAAAAAAAAAAAAAAAAAAAAAAAAAAAAAAAAAAADMzMwB/f38A5+bmA8zMzADAwP8Af39/AAAAAAAAAAAAAAAAAAAAAAAAAAAAIQAAABgAAAAUAAAAkCQAAKwdAABuJwAApB8AABAAAAAmAAAACAAAAP//////////"/>
              </a:ext>
            </a:extLst>
          </p:cNvSpPr>
          <p:nvPr/>
        </p:nvSpPr>
        <p:spPr>
          <a:xfrm>
            <a:off x="5943600" y="4823460"/>
            <a:ext cx="466090" cy="320040"/>
          </a:xfrm>
          <a:prstGeom prst="rect">
            <a:avLst/>
          </a:prstGeom>
          <a:solidFill>
            <a:srgbClr val="002776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31" name="Shape 23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9cA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cAAP///wEAAAAAAAAAAAAAAAAAAAAAAAAAAAAAAAAAAAAAAAAAADMzMwB/f38A5+bmA8zMzADAwP8Af39/AAAAAAAAAAAAAAAAAAAAAAAAAAAAIQAAABgAAAAUAAAAYCcAAKwdAAA+KgAApB8AABAAAAAmAAAACAAAAP//////////"/>
              </a:ext>
            </a:extLst>
          </p:cNvSpPr>
          <p:nvPr/>
        </p:nvSpPr>
        <p:spPr>
          <a:xfrm>
            <a:off x="6400800" y="4823460"/>
            <a:ext cx="466090" cy="320040"/>
          </a:xfrm>
          <a:prstGeom prst="rect">
            <a:avLst/>
          </a:prstGeom>
          <a:solidFill>
            <a:srgbClr val="FFD700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32" name="Shape 24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zAAA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zAAAAP///wEAAAAAAAAAAAAAAAAAAAAAAAAAAAAAAAAAAAAAAAAAADMzMwB/f38A5+bmA8zMzADAwP8Af39/AAAAAAAAAAAAAAAAAAAAAAAAAAAAIQAAABgAAAAUAAAAMCoAAKwdAAAOLQAApB8AABAAAAAmAAAACAAAAP//////////"/>
              </a:ext>
            </a:extLst>
          </p:cNvSpPr>
          <p:nvPr/>
        </p:nvSpPr>
        <p:spPr>
          <a:xfrm>
            <a:off x="6858000" y="4823460"/>
            <a:ext cx="466090" cy="320040"/>
          </a:xfrm>
          <a:prstGeom prst="rect">
            <a:avLst/>
          </a:prstGeom>
          <a:solidFill>
            <a:srgbClr val="CC0000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33" name="Shape 25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Jc5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Jc5AP///wEAAAAAAAAAAAAAAAAAAAAAAAAAAAAAAAAAAAAAAAAAADMzMwB/f38A5+bmA8zMzADAwP8Af39/AAAAAAAAAAAAAAAAAAAAAAAAAAAAIQAAABgAAAAUAAAAAC0AAKwdAADeLwAApB8AABAAAAAmAAAACAAAAP//////////"/>
              </a:ext>
            </a:extLst>
          </p:cNvSpPr>
          <p:nvPr/>
        </p:nvSpPr>
        <p:spPr>
          <a:xfrm>
            <a:off x="7315200" y="4823460"/>
            <a:ext cx="466090" cy="320040"/>
          </a:xfrm>
          <a:prstGeom prst="rect">
            <a:avLst/>
          </a:prstGeom>
          <a:solidFill>
            <a:srgbClr val="009739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34" name="Shape 26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9cA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cAAP///wEAAAAAAAAAAAAAAAAAAAAAAAAAAAAAAAAAAAAAAAAAADMzMwB/f38A5+bmA8zMzADAwP8Af39/AAAAAAAAAAAAAAAAAAAAAAAAAAAAIQAAABgAAAAUAAAA0C8AAKwdAACuMgAApB8AABAAAAAmAAAACAAAAP//////////"/>
              </a:ext>
            </a:extLst>
          </p:cNvSpPr>
          <p:nvPr/>
        </p:nvSpPr>
        <p:spPr>
          <a:xfrm>
            <a:off x="7772400" y="4823460"/>
            <a:ext cx="466090" cy="320040"/>
          </a:xfrm>
          <a:prstGeom prst="rect">
            <a:avLst/>
          </a:prstGeom>
          <a:solidFill>
            <a:srgbClr val="FFD700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35" name="Shape 27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Cd2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Cd2AP///wEAAAAAAAAAAAAAAAAAAAAAAAAAAAAAAAAAAAAAAAAAADMzMwB/f38A5+bmA8zMzADAwP8Af39/AAAAAAAAAAAAAAAAAAAAAAAAAAAAIQAAABgAAAAUAAAAoDIAAKwdAAB+NQAApB8AABAAAAAmAAAACAAAAP//////////"/>
              </a:ext>
            </a:extLst>
          </p:cNvSpPr>
          <p:nvPr/>
        </p:nvSpPr>
        <p:spPr>
          <a:xfrm>
            <a:off x="8229600" y="4823460"/>
            <a:ext cx="466090" cy="320040"/>
          </a:xfrm>
          <a:prstGeom prst="rect">
            <a:avLst/>
          </a:prstGeom>
          <a:solidFill>
            <a:srgbClr val="002776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36" name="Shape 28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Jc5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Jc5AP///wEAAAAAAAAAAAAAAAAAAAAAAAAAAAAAAAAAAAAAAAAAADMzMwB/f38A5+bmA8zMzADAwP8Af39/AAAAAAAAAAAAAAAAAAAAAAAAAAAAIQAAABgAAAAUAAAAcDUAAKwdAABOOAAApB8AABAAAAAmAAAACAAAAP//////////"/>
              </a:ext>
            </a:extLst>
          </p:cNvSpPr>
          <p:nvPr/>
        </p:nvSpPr>
        <p:spPr>
          <a:xfrm>
            <a:off x="8686800" y="4823460"/>
            <a:ext cx="466090" cy="320040"/>
          </a:xfrm>
          <a:prstGeom prst="rect">
            <a:avLst/>
          </a:prstGeom>
          <a:solidFill>
            <a:srgbClr val="009739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3"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KAA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r/v9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KAAAP///wEAAAAAAAAAAAAAAAAAAAAAAAAAAAAAAAAAAAAAAAAAAAAAAAB/f38A5+bmA8zMzADAwP8Af39/AAAAAAAAAAAAAAAAAAAAAAAAAAAAIQAAABgAAAAUAAAAAAAAAAAAAABAOAAAqAMAABAAAAAmAAAACAAAAP//////////"/>
              </a:ext>
            </a:extLst>
          </p:cNvSpPr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A000"/>
          </a:solidFill>
          <a:ln>
            <a:noFill/>
          </a:ln>
          <a:effectLst/>
        </p:spPr>
      </p:sp>
      <p:sp>
        <p:nvSpPr>
          <p:cNvPr id="3" name="Text 1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HMAAABwNQAAiwMAABAAAAAmAAAACAAAAP//////////"/>
              </a:ext>
            </a:extLst>
          </p:cNvSpPr>
          <p:nvPr/>
        </p:nvSpPr>
        <p:spPr>
          <a:xfrm>
            <a:off x="457200" y="73025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600" b="1" cap="none">
                <a:solidFill>
                  <a:srgbClr val="FFFFFF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Escopo Inicial do SAC/PO</a:t>
            </a:r>
            <a:endParaRPr lang="en-us" sz="1600" cap="none"/>
          </a:p>
          <a:p>
            <a:pPr marL="0" indent="0">
              <a:buNone/>
            </a:pPr>
            <a:r>
              <a:rPr lang="en-us" sz="800" b="1" cap="none" spc="27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MÓDULOS DA PRIMEIRA FASE</a:t>
            </a:r>
            <a:endParaRPr lang="en-us" sz="16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IiIi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IiIiAP///wEAAAAAAAAAAAAAAAAAAAAAAAAAAAAAAAAAAAAAAAAAAAAAAAB/f38A5+bmA8zMzADAwP8Af39/AAAAAAAAAAAAAAAAAAAAAAAAAAAAIQAAABgAAAAUAAAAmDQAAPgcAAArNgAAix4AABAAAAAmAAAACAAAAP//////////"/>
              </a:ext>
            </a:extLst>
          </p:cNvSpPr>
          <p:nvPr/>
        </p:nvSpPr>
        <p:spPr>
          <a:xfrm>
            <a:off x="8549640" y="4709160"/>
            <a:ext cx="255905" cy="255905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</p:sp>
      <p:sp>
        <p:nvSpPr>
          <p:cNvPr id="5" name="Text 3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mDQAAPgcAAArNgAAix4AABAAAAAmAAAACAAAAP//////////"/>
              </a:ext>
            </a:extLst>
          </p:cNvSpPr>
          <p:nvPr/>
        </p:nvSpPr>
        <p:spPr>
          <a:xfrm>
            <a:off x="8549640" y="4709160"/>
            <a:ext cx="255905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7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3</a:t>
            </a:r>
            <a:endParaRPr lang="en-us" sz="700" cap="none"/>
          </a:p>
        </p:txBody>
      </p:sp>
      <p:pic>
        <p:nvPicPr>
          <p:cNvPr id="6" name="Image 0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NACAADIBAAAgAQAAHgG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274320" cy="2743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Text 4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JTGSg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EAUAAMgEAACQGwAAeAYAABAAAAAmAAAACAAAAP//////////"/>
              </a:ext>
            </a:extLst>
          </p:cNvSpPr>
          <p:nvPr/>
        </p:nvSpPr>
        <p:spPr>
          <a:xfrm>
            <a:off x="822960" y="777240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200" b="1" cap="none">
                <a:solidFill>
                  <a:srgbClr val="333333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Módulos do Escopo Atual</a:t>
            </a:r>
            <a:endParaRPr lang="en-us" sz="1200" cap="none"/>
          </a:p>
        </p:txBody>
      </p:sp>
      <p:sp>
        <p:nvSpPr>
          <p:cNvPr id="8" name="Shape 5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XgAAAOT///8cAAAAZAAAAGQAAAAAAAAAy8vLAF4AAADk////HAAAAGQAAABkAAAAAAAAABcAAAAUAAAAAAAAAAAAAAD/fwAA/38AAAAAAAAJAAAABAAAAF8AYAAeAAAAaAAAAAAAAAAAAAAAAAAAAAAAAAAAAAAAECcAABAnAAAAAAAAAAAAAAAAAAAAAAAAAAAAAAAAAAAAAAAAAAAAAFA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FAHAACgDgAACBAAABAAAAAmAAAACAAAAP//////////"/>
              </a:ext>
            </a:extLst>
          </p:cNvSpPr>
          <p:nvPr/>
        </p:nvSpPr>
        <p:spPr>
          <a:xfrm>
            <a:off x="457200" y="1188720"/>
            <a:ext cx="192024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145" dir="8100000" algn="bl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Cd2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N5a/7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Cd2AP///wEAAAAAAAAAAAAAAAAAAAAAAAAAAAAAAAAAAAAAAAAAAAAAAAB/f38A5+bmA8zMzADAwP8Af39/AAAAAAAAAAAAAAAAAAAAAAAAAAAAIQAAABgAAAAUAAAA0AIAAFAHAAAYAwAACBAAABAAAAAmAAAACAAAAP//////////"/>
              </a:ext>
            </a:extLst>
          </p:cNvSpPr>
          <p:nvPr/>
        </p:nvSpPr>
        <p:spPr>
          <a:xfrm>
            <a:off x="457200" y="1188720"/>
            <a:ext cx="45720" cy="1417320"/>
          </a:xfrm>
          <a:prstGeom prst="rect">
            <a:avLst/>
          </a:prstGeom>
          <a:solidFill>
            <a:srgbClr val="002776"/>
          </a:solidFill>
          <a:ln>
            <a:noFill/>
          </a:ln>
          <a:effectLst/>
        </p:spPr>
      </p:sp>
      <p:pic>
        <p:nvPicPr>
          <p:cNvPr id="10" name="Image 1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NMDAABwCAAAywUAAGgK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621665" y="1371600"/>
            <a:ext cx="320040" cy="32004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 7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TWTg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qAMAAPgKAADIDQAAyA0AABAAAAAmAAAACAAAAP//////////"/>
              </a:ext>
            </a:extLst>
          </p:cNvSpPr>
          <p:nvPr/>
        </p:nvSpPr>
        <p:spPr>
          <a:xfrm>
            <a:off x="594360" y="1783080"/>
            <a:ext cx="164592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000" b="1" cap="none">
                <a:solidFill>
                  <a:srgbClr val="333333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Cadastro de</a:t>
            </a:r>
            <a:endParaRPr lang="en-us" sz="1000" cap="none"/>
          </a:p>
          <a:p>
            <a:pPr marL="0" indent="0">
              <a:buNone/>
            </a:pPr>
            <a:r>
              <a:rPr lang="en-us" sz="1000" b="1" cap="none">
                <a:solidFill>
                  <a:srgbClr val="333333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Servidores</a:t>
            </a:r>
            <a:endParaRPr lang="en-us" sz="1000" cap="none"/>
          </a:p>
        </p:txBody>
      </p:sp>
      <p:sp>
        <p:nvSpPr>
          <p:cNvPr id="12" name="Shape 8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XgAAAOT///8cAAAAZAAAAGQAAAAAAAAAy8vLAF4AAADk////HAAAAGQAAABkAAAAAAAAABcAAAAUAAAAAAAAAAAAAAD/fwAA/38AAAAAAAAJAAAABAAAAAAAAAAeAAAAaAAAAAAAAAAAAAAAAAAAAAAAAAAAAAAAECcAABAnAAAAAAAAAAAAAAAAAAAAAAAAAAAAAAAAAAAAAAAAAAAAAFA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wA8AAFAHAACQGwAACBAAABAAAAAmAAAACAAAAP//////////"/>
              </a:ext>
            </a:extLst>
          </p:cNvSpPr>
          <p:nvPr/>
        </p:nvSpPr>
        <p:spPr>
          <a:xfrm>
            <a:off x="2560320" y="1188720"/>
            <a:ext cx="192024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145" dir="8100000" algn="bl">
              <a:srgbClr val="000000">
                <a:alpha val="6000"/>
              </a:srgbClr>
            </a:outerShdw>
          </a:effectLst>
        </p:spPr>
      </p:sp>
      <p:sp>
        <p:nvSpPr>
          <p:cNvPr id="13" name="Shape 9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JWOg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JWOgAP///wEAAAAAAAAAAAAAAAAAAAAAAAAAAAAAAAAAAAAAAAAAAAAAAAB/f38A5+bmA8zMzADAwP8Af39/AAAAAAAAAAAAAAAAAAAAAAAAAAAAIQAAABgAAAAUAAAAwA8AAFAHAAAIEAAACBAAABAAAAAmAAAACAAAAP//////////"/>
              </a:ext>
            </a:extLst>
          </p:cNvSpPr>
          <p:nvPr/>
        </p:nvSpPr>
        <p:spPr>
          <a:xfrm>
            <a:off x="2560320" y="1188720"/>
            <a:ext cx="45720" cy="1417320"/>
          </a:xfrm>
          <a:prstGeom prst="rect">
            <a:avLst/>
          </a:prstGeom>
          <a:solidFill>
            <a:srgbClr val="2563A0"/>
          </a:solidFill>
          <a:ln>
            <a:noFill/>
          </a:ln>
          <a:effectLst/>
        </p:spPr>
      </p:sp>
      <p:pic>
        <p:nvPicPr>
          <p:cNvPr id="14" name="Image 2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CA2or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MMQAABwCAAAuxIAAGgKAAAQAAAAJgAAAAgAAAD//////////w=="/>
              </a:ext>
            </a:extLst>
          </p:cNvPicPr>
          <p:nvPr/>
        </p:nvPicPr>
        <p:blipFill>
          <a:blip r:embed="rId5"/>
          <a:stretch>
            <a:fillRect/>
          </a:stretch>
        </p:blipFill>
        <p:spPr>
          <a:xfrm>
            <a:off x="2724785" y="1371600"/>
            <a:ext cx="320040" cy="32004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5" name="Text 10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mBAAAPgKAAC4GgAAyA0AABAAAAAmAAAACAAAAP//////////"/>
              </a:ext>
            </a:extLst>
          </p:cNvSpPr>
          <p:nvPr/>
        </p:nvSpPr>
        <p:spPr>
          <a:xfrm>
            <a:off x="2697480" y="1783080"/>
            <a:ext cx="164592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000" b="1" cap="none">
                <a:solidFill>
                  <a:srgbClr val="333333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Pesquisa e</a:t>
            </a:r>
            <a:endParaRPr lang="en-us" sz="1000" cap="none"/>
          </a:p>
          <a:p>
            <a:pPr marL="0" indent="0">
              <a:buNone/>
            </a:pPr>
            <a:r>
              <a:rPr lang="en-us" sz="1000" b="1" cap="none">
                <a:solidFill>
                  <a:srgbClr val="333333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Consulta</a:t>
            </a:r>
            <a:endParaRPr lang="en-us" sz="1000" cap="none"/>
          </a:p>
        </p:txBody>
      </p:sp>
      <p:sp>
        <p:nvSpPr>
          <p:cNvPr id="16" name="Shape 11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XgAAAOT///8cAAAAZAAAAGQAAAAAAAAAy8vLAF4AAADk////HAAAAGQAAABkAAAAAAAAABcAAAAUAAAAAAAAAAAAAAD/fwAA/38AAAAAAAAJAAAABAAAAAAAAAAeAAAAaAAAAAAAAAAAAAAAAAAAAAAAAAAAAAAAECcAABAnAAAAAAAAAAAAAAAAAAAAAAAAAAAAAAAAAAAAAAAAAAAAAFA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sBwAAFAHAACAKAAACBAAABAAAAAmAAAACAAAAP//////////"/>
              </a:ext>
            </a:extLst>
          </p:cNvSpPr>
          <p:nvPr/>
        </p:nvSpPr>
        <p:spPr>
          <a:xfrm>
            <a:off x="4663440" y="1188720"/>
            <a:ext cx="192024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145" dir="8100000" algn="bl">
              <a:srgbClr val="000000">
                <a:alpha val="6000"/>
              </a:srgbClr>
            </a:outerShdw>
          </a:effectLst>
        </p:spPr>
      </p:sp>
      <p:sp>
        <p:nvSpPr>
          <p:cNvPr id="17" name="Shape 12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LWpP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WpPAP///wEAAAAAAAAAAAAAAAAAAAAAAAAAAAAAAAAAAAAAAAAAAAAAAAB/f38A5+bmA8zMzADAwP8Af39/AAAAAAAAAAAAAAAAAAAAAAAAAAAAIQAAABgAAAAUAAAAsBwAAFAHAAD4HAAACBAAABAAAAAmAAAACAAAAP//////////"/>
              </a:ext>
            </a:extLst>
          </p:cNvSpPr>
          <p:nvPr/>
        </p:nvSpPr>
        <p:spPr>
          <a:xfrm>
            <a:off x="4663440" y="1188720"/>
            <a:ext cx="45720" cy="14173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</p:sp>
      <p:pic>
        <p:nvPicPr>
          <p:cNvPr id="18" name="Image 3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LMdAABwCAAAqx8AAGgKAAAQAAAAJgAAAAgAAAD//////////w=="/>
              </a:ext>
            </a:extLst>
          </p:cNvPicPr>
          <p:nvPr/>
        </p:nvPicPr>
        <p:blipFill>
          <a:blip r:embed="rId6"/>
          <a:stretch>
            <a:fillRect/>
          </a:stretch>
        </p:blipFill>
        <p:spPr>
          <a:xfrm>
            <a:off x="4827905" y="1371600"/>
            <a:ext cx="320040" cy="32004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9" name="Text 13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iB0AAPgKAACoJwAAyA0AABAAAAAmAAAACAAAAP//////////"/>
              </a:ext>
            </a:extLst>
          </p:cNvSpPr>
          <p:nvPr/>
        </p:nvSpPr>
        <p:spPr>
          <a:xfrm>
            <a:off x="4800600" y="1783080"/>
            <a:ext cx="164592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000" b="1" cap="none">
                <a:solidFill>
                  <a:srgbClr val="333333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Histórico de</a:t>
            </a:r>
            <a:endParaRPr lang="en-us" sz="1000" cap="none"/>
          </a:p>
          <a:p>
            <a:pPr marL="0" indent="0">
              <a:buNone/>
            </a:pPr>
            <a:r>
              <a:rPr lang="en-us" sz="1000" b="1" cap="none">
                <a:solidFill>
                  <a:srgbClr val="333333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Atuação</a:t>
            </a:r>
            <a:endParaRPr lang="en-us" sz="1000" cap="none"/>
          </a:p>
        </p:txBody>
      </p:sp>
      <p:sp>
        <p:nvSpPr>
          <p:cNvPr id="20" name="Shape 14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XgAAAOT///8cAAAAZAAAAGQAAAAAAAAAy8vLAF4AAADk////HAAAAGQAAABkAAAAAAAAABcAAAAUAAAAAAAAAAAAAAD/fwAA/38AAAAAAAAJAAAABAAAAAAAAAAeAAAAaAAAAAAAAAAAAAAAAAAAAAAAAAAAAAAAECcAABAnAAAAAAAAAAAAAAAAAAAAAAAAAAAAAAAAAAAAAAAAAAAAAFA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oCkAAFAHAABwNQAACBAAABAAAAAmAAAACAAAAP//////////"/>
              </a:ext>
            </a:extLst>
          </p:cNvSpPr>
          <p:nvPr/>
        </p:nvSpPr>
        <p:spPr>
          <a:xfrm>
            <a:off x="6766560" y="1188720"/>
            <a:ext cx="192024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145" dir="8100000" algn="bl">
              <a:srgbClr val="000000">
                <a:alpha val="6000"/>
              </a:srgbClr>
            </a:outerShdw>
          </a:effectLst>
        </p:spPr>
      </p:sp>
      <p:sp>
        <p:nvSpPr>
          <p:cNvPr id="21" name="Shape 15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G0My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CTyVg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0MyAP///wEAAAAAAAAAAAAAAAAAAAAAAAAAAAAAAAAAAAAAAAAAAAAAAAB/f38A5+bmA8zMzADAwP8Af39/AAAAAAAAAAAAAAAAAAAAAAAAAAAAIQAAABgAAAAUAAAAoCkAAFAHAADoKQAACBAAABAAAAAmAAAACAAAAP//////////"/>
              </a:ext>
            </a:extLst>
          </p:cNvSpPr>
          <p:nvPr/>
        </p:nvSpPr>
        <p:spPr>
          <a:xfrm>
            <a:off x="6766560" y="1188720"/>
            <a:ext cx="45720" cy="141732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</p:sp>
      <p:pic>
        <p:nvPicPr>
          <p:cNvPr id="22" name="Image 4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KMqAABwCAAAmywAAGgKAAAQAAAAJgAAAAgAAAD//////////w=="/>
              </a:ext>
            </a:extLst>
          </p:cNvPicPr>
          <p:nvPr/>
        </p:nvPicPr>
        <p:blipFill>
          <a:blip r:embed="rId7"/>
          <a:stretch>
            <a:fillRect/>
          </a:stretch>
        </p:blipFill>
        <p:spPr>
          <a:xfrm>
            <a:off x="6931025" y="1371600"/>
            <a:ext cx="320040" cy="32004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3" name="Text 16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eCoAAPgKAACYNAAAyA0AABAAAAAmAAAACAAAAP//////////"/>
              </a:ext>
            </a:extLst>
          </p:cNvSpPr>
          <p:nvPr/>
        </p:nvSpPr>
        <p:spPr>
          <a:xfrm>
            <a:off x="6903720" y="1783080"/>
            <a:ext cx="164592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000" b="1" cap="none">
                <a:solidFill>
                  <a:srgbClr val="333333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Movimentações</a:t>
            </a:r>
            <a:endParaRPr lang="en-us" sz="1000" cap="none"/>
          </a:p>
        </p:txBody>
      </p:sp>
      <p:sp>
        <p:nvSpPr>
          <p:cNvPr id="24" name="Shape 17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XgAAAOT///8cAAAAZAAAAGQAAAAAAAAAy8vLAF4AAADk////HAAAAGQAAABkAAAAAAAAABcAAAAUAAAAAAAAAAAAAAD/fwAA/38AAAAAAAAJAAAABAAAAAAAAAAeAAAAaAAAAAAAAAAAAAAAAAAAAAAAAAAAAAAAECcAABAnAAAAAAAAAAAAAAAAAAAAAAAAAAAAAAAAAAAAAAAAAAAAAFA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CgRAACgDgAA4BkAABAAAAAmAAAACAAAAP//////////"/>
              </a:ext>
            </a:extLst>
          </p:cNvSpPr>
          <p:nvPr/>
        </p:nvSpPr>
        <p:spPr>
          <a:xfrm>
            <a:off x="457200" y="2788920"/>
            <a:ext cx="192024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145" dir="8100000" algn="bl">
              <a:srgbClr val="000000">
                <a:alpha val="6000"/>
              </a:srgbClr>
            </a:outerShdw>
          </a:effectLst>
        </p:spPr>
      </p:sp>
      <p:sp>
        <p:nvSpPr>
          <p:cNvPr id="25" name="Shape 18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wDkr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DkrAP///wEAAAAAAAAAAAAAAAAAAAAAAAAAAAAAAAAAAAAAAAAAAAAAAAB/f38A5+bmA8zMzADAwP8Af39/AAAAAAAAAAAAAAAAAAAAAAAAAAAAIQAAABgAAAAUAAAA0AIAACgRAAAYAwAA4BkAABAAAAAmAAAACAAAAP//////////"/>
              </a:ext>
            </a:extLst>
          </p:cNvSpPr>
          <p:nvPr/>
        </p:nvSpPr>
        <p:spPr>
          <a:xfrm>
            <a:off x="457200" y="2788920"/>
            <a:ext cx="45720" cy="1417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</p:sp>
      <p:pic>
        <p:nvPicPr>
          <p:cNvPr id="26" name="Image 5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NMDAABIEgAAywUAAEAUAAAQAAAAJgAAAAgAAAD//////////w=="/>
              </a:ext>
            </a:extLst>
          </p:cNvPicPr>
          <p:nvPr/>
        </p:nvPicPr>
        <p:blipFill>
          <a:blip r:embed="rId8"/>
          <a:stretch>
            <a:fillRect/>
          </a:stretch>
        </p:blipFill>
        <p:spPr>
          <a:xfrm>
            <a:off x="621665" y="2971800"/>
            <a:ext cx="320040" cy="32004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7" name="Text 19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qAMAANAUAADIDQAAoBcAABAAAAAmAAAACAAAAP//////////"/>
              </a:ext>
            </a:extLst>
          </p:cNvSpPr>
          <p:nvPr/>
        </p:nvSpPr>
        <p:spPr>
          <a:xfrm>
            <a:off x="594360" y="3383280"/>
            <a:ext cx="164592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000" b="1" cap="none">
                <a:solidFill>
                  <a:srgbClr val="333333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Afastamentos</a:t>
            </a:r>
            <a:endParaRPr lang="en-us" sz="1000" cap="none"/>
          </a:p>
          <a:p>
            <a:pPr marL="0" indent="0">
              <a:buNone/>
            </a:pPr>
            <a:r>
              <a:rPr lang="en-us" sz="1000" b="1" cap="none">
                <a:solidFill>
                  <a:srgbClr val="333333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e Licenças</a:t>
            </a:r>
            <a:endParaRPr lang="en-us" sz="1000" cap="none"/>
          </a:p>
        </p:txBody>
      </p:sp>
      <p:sp>
        <p:nvSpPr>
          <p:cNvPr id="28" name="Shape 20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XgAAAOT///8cAAAAZAAAAGQAAAAAAAAAy8vLAF4AAADk////HAAAAGQAAABkAAAAAAAAABcAAAAUAAAAAAAAAAAAAAD/fwAA/38AAAAAAAAJAAAABAAAAAAAAAAeAAAAaAAAAAAAAAAAAAAAAAAAAAAAAAAAAAAAECcAABAnAAAAAAAAAAAAAAAAAAAAAAAAAAAAAAAAAAAAAAAAAAAAAFA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wA8AACgRAACQGwAA4BkAABAAAAAmAAAACAAAAP//////////"/>
              </a:ext>
            </a:extLst>
          </p:cNvSpPr>
          <p:nvPr/>
        </p:nvSpPr>
        <p:spPr>
          <a:xfrm>
            <a:off x="2560320" y="2788920"/>
            <a:ext cx="192024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145" dir="8100000" algn="bl">
              <a:srgbClr val="000000">
                <a:alpha val="6000"/>
              </a:srgbClr>
            </a:outerShdw>
          </a:effectLst>
        </p:spPr>
      </p:sp>
      <p:sp>
        <p:nvSpPr>
          <p:cNvPr id="29" name="Shape 21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1IIK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BQOWw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IIKAP///wEAAAAAAAAAAAAAAAAAAAAAAAAAAAAAAAAAAAAAAAAAAAAAAAB/f38A5+bmA8zMzADAwP8Af39/AAAAAAAAAAAAAAAAAAAAAAAAAAAAIQAAABgAAAAUAAAAwA8AACgRAAAIEAAA4BkAABAAAAAmAAAACAAAAP//////////"/>
              </a:ext>
            </a:extLst>
          </p:cNvSpPr>
          <p:nvPr/>
        </p:nvSpPr>
        <p:spPr>
          <a:xfrm>
            <a:off x="2560320" y="2788920"/>
            <a:ext cx="45720" cy="1417320"/>
          </a:xfrm>
          <a:prstGeom prst="rect">
            <a:avLst/>
          </a:prstGeom>
          <a:solidFill>
            <a:srgbClr val="D4820A"/>
          </a:solidFill>
          <a:ln>
            <a:noFill/>
          </a:ln>
          <a:effectLst/>
        </p:spPr>
      </p:sp>
      <p:pic>
        <p:nvPicPr>
          <p:cNvPr id="30" name="Image 6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2Hlh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MMQAABIEgAAuxIAAEAUAAAQAAAAJgAAAAgAAAD//////////w=="/>
              </a:ext>
            </a:extLst>
          </p:cNvPicPr>
          <p:nvPr/>
        </p:nvPicPr>
        <p:blipFill>
          <a:blip r:embed="rId9"/>
          <a:stretch>
            <a:fillRect/>
          </a:stretch>
        </p:blipFill>
        <p:spPr>
          <a:xfrm>
            <a:off x="2724785" y="2971800"/>
            <a:ext cx="320040" cy="32004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1" name="Text 22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Cd2/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mBAAANAUAAC4GgAAoBcAABAAAAAmAAAACAAAAP//////////"/>
              </a:ext>
            </a:extLst>
          </p:cNvSpPr>
          <p:nvPr/>
        </p:nvSpPr>
        <p:spPr>
          <a:xfrm>
            <a:off x="2697480" y="3383280"/>
            <a:ext cx="164592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000" b="1" cap="none">
                <a:solidFill>
                  <a:srgbClr val="333333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Capacitação e</a:t>
            </a:r>
            <a:endParaRPr lang="en-us" sz="1000" cap="none"/>
          </a:p>
          <a:p>
            <a:pPr marL="0" indent="0">
              <a:buNone/>
            </a:pPr>
            <a:r>
              <a:rPr lang="en-us" sz="1000" b="1" cap="none">
                <a:solidFill>
                  <a:srgbClr val="333333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Formação</a:t>
            </a:r>
            <a:endParaRPr lang="en-us" sz="1000" cap="none"/>
          </a:p>
        </p:txBody>
      </p:sp>
      <p:sp>
        <p:nvSpPr>
          <p:cNvPr id="32" name="Shape 23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XgAAAOT///8cAAAAZAAAAGQAAAAAAAAAy8vLAF4AAADk////HAAAAGQAAABkAAAAAAAAABcAAAAUAAAAAAAAAAAAAAD/fwAA/38AAAAAAAAJAAAABAAAAAAAAAAeAAAAaAAAAAAAAAAAAAAAAAAAAAAAAAAAAAAAECcAABAnAAAAAAAAAAAAAAAAAAAAAAAAAAAAAAAAAAAAAAAAAAAAAFA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sBwAACgRAACAKAAA4BkAABAAAAAmAAAACAAAAP//////////"/>
              </a:ext>
            </a:extLst>
          </p:cNvSpPr>
          <p:nvPr/>
        </p:nvSpPr>
        <p:spPr>
          <a:xfrm>
            <a:off x="4663440" y="2788920"/>
            <a:ext cx="192024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145" dir="8100000" algn="bl">
              <a:srgbClr val="000000">
                <a:alpha val="6000"/>
              </a:srgbClr>
            </a:outerShdw>
          </a:effectLst>
        </p:spPr>
      </p:sp>
      <p:sp>
        <p:nvSpPr>
          <p:cNvPr id="33" name="Shape 24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G0My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MA5K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0MyAP///wEAAAAAAAAAAAAAAAAAAAAAAAAAAAAAAAAAAAAAAAAAAAAAAAB/f38A5+bmA8zMzADAwP8Af39/AAAAAAAAAAAAAAAAAAAAAAAAAAAAIQAAABgAAAAUAAAAsBwAACgRAAD4HAAA4BkAABAAAAAmAAAACAAAAP//////////"/>
              </a:ext>
            </a:extLst>
          </p:cNvSpPr>
          <p:nvPr/>
        </p:nvSpPr>
        <p:spPr>
          <a:xfrm>
            <a:off x="4663440" y="2788920"/>
            <a:ext cx="45720" cy="141732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</p:sp>
      <p:pic>
        <p:nvPicPr>
          <p:cNvPr id="34" name="Image 7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ZxJrh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LMdAABIEgAAqx8AAEAUAAAQAAAAJgAAAAgAAAD//////////w=="/>
              </a:ext>
            </a:extLst>
          </p:cNvPicPr>
          <p:nvPr/>
        </p:nvPicPr>
        <p:blipFill>
          <a:blip r:embed="rId10"/>
          <a:stretch>
            <a:fillRect/>
          </a:stretch>
        </p:blipFill>
        <p:spPr>
          <a:xfrm>
            <a:off x="4827905" y="2971800"/>
            <a:ext cx="320040" cy="32004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5" name="Text 25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iB0AANAUAACoJwAAoBcAABAAAAAmAAAACAAAAP//////////"/>
              </a:ext>
            </a:extLst>
          </p:cNvSpPr>
          <p:nvPr/>
        </p:nvSpPr>
        <p:spPr>
          <a:xfrm>
            <a:off x="4800600" y="3383280"/>
            <a:ext cx="164592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000" b="1" cap="none">
                <a:solidFill>
                  <a:srgbClr val="333333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Controle da</a:t>
            </a:r>
            <a:endParaRPr lang="en-us" sz="1000" cap="none"/>
          </a:p>
          <a:p>
            <a:pPr marL="0" indent="0">
              <a:buNone/>
            </a:pPr>
            <a:r>
              <a:rPr lang="en-us" sz="1000" b="1" cap="none">
                <a:solidFill>
                  <a:srgbClr val="333333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GSISTE</a:t>
            </a:r>
            <a:endParaRPr lang="en-us" sz="1000" cap="none"/>
          </a:p>
        </p:txBody>
      </p:sp>
      <p:sp>
        <p:nvSpPr>
          <p:cNvPr id="36" name="Text 26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mYw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iB0AABAXAACoJwAAmBkAABAAAAAmAAAACAAAAP//////////"/>
              </a:ext>
            </a:extLst>
          </p:cNvSpPr>
          <p:nvPr/>
        </p:nvSpPr>
        <p:spPr>
          <a:xfrm>
            <a:off x="4800600" y="3749040"/>
            <a:ext cx="1645920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00" cap="none">
                <a:solidFill>
                  <a:srgbClr val="666666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Gratificação do Sistema de Planejamento e Orçamento Federal — controle de cargo/função comissionada</a:t>
            </a:r>
            <a:endParaRPr lang="en-us" sz="700" cap="none"/>
          </a:p>
        </p:txBody>
      </p:sp>
      <p:sp>
        <p:nvSpPr>
          <p:cNvPr id="37" name="Shape 27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+vjwAP///wgAAAAAAAAAAAAAAAAAAAAAAAAAAAAAAAAAAAAAeAAAAAEAAABAAAAAAAAAAAAAAABaAAAAAAAAAAAAAAAAAAAAAAAAAAAAAAAAAAAAAAAAAAAAAAAAAAAAAAAAAAAAAAAAAAAAAAAAAAAAAAAAAAAAAAAAAAAAAAAAAAAAFAAAADwAAAABAAAAAwAAANSoQwAe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vjwAP///wEAAAAAAAAAAAAAAAAAAAAAAAAAAAAAAAAAAAAAAAAAANSoQwB/f38A5+bmA8zMzADAwP8Af39/AAAAAAAAAAAAAAAAAAAAAAAAAAAAIQAAABgAAAAUAAAA0AIAAJAbAABwNQAAqB4AABAAAAAmAAAACAAAAP//////////"/>
              </a:ext>
            </a:extLst>
          </p:cNvSpPr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FAF8F0"/>
          </a:solidFill>
          <a:ln w="19050" cap="flat" cmpd="sng" algn="ctr">
            <a:solidFill>
              <a:srgbClr val="D4A843"/>
            </a:solidFill>
            <a:prstDash val="dash"/>
            <a:headEnd type="none"/>
            <a:tailEnd type="none"/>
          </a:ln>
          <a:effectLst/>
        </p:spPr>
      </p:sp>
      <p:pic>
        <p:nvPicPr>
          <p:cNvPr id="38" name="Image 8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Lb3Zp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ADAAA9HAAAWAUAAKUdAAAQAAAAJgAAAAgAAAD//////////w=="/>
              </a:ext>
            </a:extLst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" y="4590415"/>
            <a:ext cx="228600" cy="2286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9" name="Text 28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6AUAAJAbAACoFQAAqB4AABAAAAAmAAAACAAAAP//////////"/>
              </a:ext>
            </a:extLst>
          </p:cNvSpPr>
          <p:nvPr/>
        </p:nvSpPr>
        <p:spPr>
          <a:xfrm>
            <a:off x="960120" y="4480560"/>
            <a:ext cx="256032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700" b="1" cap="none">
                <a:solidFill>
                  <a:srgbClr val="999999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PREVISTOS PARA FASES SEGUINTES</a:t>
            </a:r>
            <a:endParaRPr lang="en-us" sz="700" cap="none"/>
          </a:p>
        </p:txBody>
      </p:sp>
      <p:sp>
        <p:nvSpPr>
          <p:cNvPr id="40" name="Shape 29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jnAP///wgAAAAAAAAAAAAAAAAAAAAAAAAAAAAAAAAAAAAAeAAAAAEAAABAAAAAAAAAAAAAAABaAAAAAAAAAAAAAAAAAAAAAAAAAAAAAAAAAAAAAAAAAAAAAAAAAAAAAAAAAAAAAAAAAAAAAAAAAAAAAAAAAAAAAAAAAAAAAAAAAAAAFAAAADwAAAABAAAAAAAAANSoQ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jnAP///wEAAAAAAAAAAAAAAAAAAAAAAAAAAAAAAAAAAAAAAAAAANSoQwB/f38A5+bmA8zMzADAwP8Af39/AAAAAAAAAAAAAAAAAAAAAAAAAAAAIQAAABgAAAAUAAAAgBYAAEscAAAmIAAA3h0AABAAAAAmAAAACAAAAP//////////"/>
              </a:ext>
            </a:extLst>
          </p:cNvSpPr>
          <p:nvPr/>
        </p:nvSpPr>
        <p:spPr>
          <a:xfrm>
            <a:off x="3657600" y="4599305"/>
            <a:ext cx="1568450" cy="255905"/>
          </a:xfrm>
          <a:prstGeom prst="rect">
            <a:avLst/>
          </a:prstGeom>
          <a:solidFill>
            <a:srgbClr val="FFF8E7"/>
          </a:solidFill>
          <a:ln w="12700" cap="flat" cmpd="sng" algn="ctr">
            <a:solidFill>
              <a:srgbClr val="D4A843"/>
            </a:solidFill>
            <a:prstDash val="solid"/>
            <a:headEnd type="none"/>
            <a:tailEnd type="none"/>
          </a:ln>
          <a:effectLst/>
        </p:spPr>
      </p:sp>
      <p:sp>
        <p:nvSpPr>
          <p:cNvPr id="41" name="Text 30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BYAAEscAAAmIAAA3h0AABAAAAAmAAAACAAAAP//////////"/>
              </a:ext>
            </a:extLst>
          </p:cNvSpPr>
          <p:nvPr/>
        </p:nvSpPr>
        <p:spPr>
          <a:xfrm>
            <a:off x="3657600" y="4599305"/>
            <a:ext cx="156845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750" b="1" cap="none">
                <a:solidFill>
                  <a:srgbClr val="8B733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Autenticação e Perfis</a:t>
            </a:r>
            <a:endParaRPr lang="en-us" sz="750" cap="none"/>
          </a:p>
        </p:txBody>
      </p:sp>
      <p:sp>
        <p:nvSpPr>
          <p:cNvPr id="42" name="Shape 31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jnAP///wgAAAAAAAAAAAAAAAAAAAAAAAAAAAAAAAAAAAAAeAAAAAEAAABAAAAAAAAAAAAAAABaAAAAAAAAAAAAAAAAAAAAAAAAAAAAAAAAAAAAAAAAAAAAAAAAAAAAAAAAAAAAAAAAAAAAAAAAAAAAAAAAAAAAAAAAAAAAAAAAAAAAFAAAADwAAAABAAAAAAAAANSoQ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KxMaw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jnAP///wEAAAAAAAAAAAAAAAAAAAAAAAAAAAAAAAAAAAAAAAAAANSoQwB/f38A5+bmA8zMzADAwP8Af39/AAAAAAAAAAAAAAAAAAAAAAAAAAAAIQAAABgAAAAUAAAA/iAAAEscAADoKQAA3h0AABAAAAAmAAAACAAAAP//////////"/>
              </a:ext>
            </a:extLst>
          </p:cNvSpPr>
          <p:nvPr/>
        </p:nvSpPr>
        <p:spPr>
          <a:xfrm>
            <a:off x="5363210" y="4599305"/>
            <a:ext cx="1449070" cy="255905"/>
          </a:xfrm>
          <a:prstGeom prst="rect">
            <a:avLst/>
          </a:prstGeom>
          <a:solidFill>
            <a:srgbClr val="FFF8E7"/>
          </a:solidFill>
          <a:ln w="12700" cap="flat" cmpd="sng" algn="ctr">
            <a:solidFill>
              <a:srgbClr val="D4A843"/>
            </a:solidFill>
            <a:prstDash val="solid"/>
            <a:headEnd type="none"/>
            <a:tailEnd type="none"/>
          </a:ln>
          <a:effectLst/>
        </p:spPr>
      </p:sp>
      <p:sp>
        <p:nvSpPr>
          <p:cNvPr id="43" name="Text 32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MA5K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/iAAAEscAADoKQAA3h0AABAAAAAmAAAACAAAAP//////////"/>
              </a:ext>
            </a:extLst>
          </p:cNvSpPr>
          <p:nvPr/>
        </p:nvSpPr>
        <p:spPr>
          <a:xfrm>
            <a:off x="5363210" y="4599305"/>
            <a:ext cx="144907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750" b="1" cap="none">
                <a:solidFill>
                  <a:srgbClr val="8B733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Fluxos de Aprovação</a:t>
            </a:r>
            <a:endParaRPr lang="en-us" sz="750" cap="none"/>
          </a:p>
        </p:txBody>
      </p:sp>
      <p:sp>
        <p:nvSpPr>
          <p:cNvPr id="44" name="Shape 33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jnAP///wgAAAAAAAAAAAAAAAAAAAAAAAAAAAAAAAAAAAAAeAAAAAEAAABAAAAAAAAAAAAAAABaAAAAAAAAAAAAAAAAAAAAAAAAAAAAAAAAAAAAAAAAAAAAAAAAAAAAAAAAAAAAAAAAAAAAAAAAAAAAAAAAAAAAAAAAAAAAAAAAAAAAFAAAADwAAAABAAAAAAAAANSoQ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jnAP///wEAAAAAAAAAAAAAAAAAAAAAAAAAAAAAAAAAAAAAAAAAANSoQwB/f38A5+bmA8zMzADAwP8Af39/AAAAAAAAAAAAAAAAAAAAAAAAAAAAIQAAABgAAAAUAAAAwCoAAEscAAA6NgAA3h0AABAAAAAmAAAACAAAAP//////////"/>
              </a:ext>
            </a:extLst>
          </p:cNvSpPr>
          <p:nvPr/>
        </p:nvSpPr>
        <p:spPr>
          <a:xfrm>
            <a:off x="6949440" y="4599305"/>
            <a:ext cx="1865630" cy="255905"/>
          </a:xfrm>
          <a:prstGeom prst="rect">
            <a:avLst/>
          </a:prstGeom>
          <a:solidFill>
            <a:srgbClr val="FFF8E7"/>
          </a:solidFill>
          <a:ln w="12700" cap="flat" cmpd="sng" algn="ctr">
            <a:solidFill>
              <a:srgbClr val="D4A843"/>
            </a:solidFill>
            <a:prstDash val="solid"/>
            <a:headEnd type="none"/>
            <a:tailEnd type="none"/>
          </a:ln>
          <a:effectLst/>
        </p:spPr>
      </p:sp>
      <p:sp>
        <p:nvSpPr>
          <p:cNvPr id="45" name="Text 34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wCoAAEscAAA6NgAA3h0AABAAAAAmAAAACAAAAP//////////"/>
              </a:ext>
            </a:extLst>
          </p:cNvSpPr>
          <p:nvPr/>
        </p:nvSpPr>
        <p:spPr>
          <a:xfrm>
            <a:off x="6949440" y="4599305"/>
            <a:ext cx="186563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750" b="1" cap="none">
                <a:solidFill>
                  <a:srgbClr val="8B733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Aposentados e Pensionistas</a:t>
            </a:r>
            <a:endParaRPr lang="en-us" sz="75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4"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KAA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gC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KAAAP///wEAAAAAAAAAAAAAAAAAAAAAAAAAAAAAAAAAAAAAAAAAAAAAAAB/f38A5+bmA8zMzADAwP8Af39/AAAAAAAAAAAAAAAAAAAAAAAAAAAAIQAAABgAAAAUAAAAAAAAAAAAAABAOAAAqAMAABAAAAAmAAAACAAAAP//////////"/>
              </a:ext>
            </a:extLst>
          </p:cNvSpPr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A000"/>
          </a:solidFill>
          <a:ln>
            <a:noFill/>
          </a:ln>
          <a:effectLst/>
        </p:spPr>
      </p:sp>
      <p:sp>
        <p:nvSpPr>
          <p:cNvPr id="3" name="Text 1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HMAAABwNQAAiwMAABAAAAAmAAAACAAAAP//////////"/>
              </a:ext>
            </a:extLst>
          </p:cNvSpPr>
          <p:nvPr/>
        </p:nvSpPr>
        <p:spPr>
          <a:xfrm>
            <a:off x="457200" y="73025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600" b="1" cap="none">
                <a:solidFill>
                  <a:srgbClr val="FFFFFF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Mapa Funcional do SAC/PO</a:t>
            </a:r>
            <a:endParaRPr lang="en-us" sz="1600" cap="none"/>
          </a:p>
          <a:p>
            <a:pPr marL="0" indent="0">
              <a:buNone/>
            </a:pPr>
            <a:r>
              <a:rPr lang="en-us" sz="800" b="1" cap="none" spc="27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VISÃO INTEGRADA AO REDOR DO SERVIDOR</a:t>
            </a:r>
            <a:endParaRPr lang="en-us" sz="16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IiIi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IiIiAP///wEAAAAAAAAAAAAAAAAAAAAAAAAAAAAAAAAAAAAAAAAAAAAAAAB/f38A5+bmA8zMzADAwP8Af39/AAAAAAAAAAAAAAAAAAAAAAAAAAAAIQAAABgAAAAUAAAAmDQAAPgcAAArNgAAix4AABAAAAAmAAAACAAAAP//////////"/>
              </a:ext>
            </a:extLst>
          </p:cNvSpPr>
          <p:nvPr/>
        </p:nvSpPr>
        <p:spPr>
          <a:xfrm>
            <a:off x="8549640" y="4709160"/>
            <a:ext cx="255905" cy="255905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</p:sp>
      <p:sp>
        <p:nvSpPr>
          <p:cNvPr id="5" name="Text 3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mDQAAPgcAAArNgAAix4AABAAAAAmAAAACAAAAP//////////"/>
              </a:ext>
            </a:extLst>
          </p:cNvSpPr>
          <p:nvPr/>
        </p:nvSpPr>
        <p:spPr>
          <a:xfrm>
            <a:off x="8549640" y="4709160"/>
            <a:ext cx="255905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7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4</a:t>
            </a:r>
            <a:endParaRPr lang="en-us" sz="700" cap="none"/>
          </a:p>
        </p:txBody>
      </p:sp>
      <p:pic>
        <p:nvPicPr>
          <p:cNvPr id="6" name="Image 0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HgYAABYDgAAyB8AAKgV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2331720"/>
            <a:ext cx="1188720" cy="11887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Text 4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MBgAAPgTAAAQIAAA8BUAABAAAAAmAAAACAAAAP//////////"/>
              </a:ext>
            </a:extLst>
          </p:cNvSpPr>
          <p:nvPr/>
        </p:nvSpPr>
        <p:spPr>
          <a:xfrm>
            <a:off x="3931920" y="3246120"/>
            <a:ext cx="128016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650" b="1" cap="none">
                <a:solidFill>
                  <a:srgbClr val="FFFFFF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Servidor</a:t>
            </a:r>
            <a:endParaRPr lang="en-us" sz="650" cap="none"/>
          </a:p>
          <a:p>
            <a:pPr marL="0" indent="0" algn="ctr">
              <a:buNone/>
            </a:pPr>
            <a:r>
              <a:rPr lang="en-us" sz="650" b="1" cap="none">
                <a:solidFill>
                  <a:srgbClr val="FFFFFF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da Carreira</a:t>
            </a:r>
            <a:endParaRPr lang="en-us" sz="650" cap="none"/>
          </a:p>
        </p:txBody>
      </p:sp>
      <p:sp>
        <p:nvSpPr>
          <p:cNvPr id="8" name="Shape 5"/>
          <p:cNvSpPr>
            <a:extLst>
              <a:ext uri="smNativeData">
                <pr:smNativeData xmlns:pr="smNativeData" xmlns="smNativeData" val="SMDATA_15_zxa2aRMAAAAlAAAACg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wAAALu7uwAe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Lu7uwB/f38A5+bmA8zMzADAwP8Af39/AAAAAAAAAAAAAAAAAAAAAAAAAAAAIQAAABgAAAAUAAAAgBYAAPwKAAAgHAAAABIAABAAAAAmAAAACAAAAP//////////"/>
              </a:ext>
            </a:extLst>
          </p:cNvSpPr>
          <p:nvPr/>
        </p:nvSpPr>
        <p:spPr>
          <a:xfrm>
            <a:off x="3657600" y="1785620"/>
            <a:ext cx="914400" cy="1140460"/>
          </a:xfrm>
          <a:prstGeom prst="line">
            <a:avLst/>
          </a:prstGeom>
          <a:noFill/>
          <a:ln w="19050" cap="flat" cmpd="sng" algn="ctr">
            <a:solidFill>
              <a:srgbClr val="BBBBBB"/>
            </a:solidFill>
            <a:prstDash val="dash"/>
            <a:headEnd type="none"/>
            <a:tailEnd type="none"/>
          </a:ln>
          <a:effectLst/>
        </p:spPr>
      </p:sp>
      <p:pic>
        <p:nvPicPr>
          <p:cNvPr id="9" name="Image 1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BgVAACUCQAA6BcAAGQM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557020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0" name="Text 6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MQJ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kBIAAI8MAABwGgAA9w0AABAAAAAmAAAACAAAAP//////////"/>
              </a:ext>
            </a:extLst>
          </p:cNvSpPr>
          <p:nvPr/>
        </p:nvSpPr>
        <p:spPr>
          <a:xfrm>
            <a:off x="3017520" y="2041525"/>
            <a:ext cx="128016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800" b="1" cap="none">
                <a:solidFill>
                  <a:srgbClr val="1B4332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Cadastro</a:t>
            </a:r>
            <a:endParaRPr lang="en-us" sz="800" cap="none"/>
          </a:p>
        </p:txBody>
      </p:sp>
      <p:sp>
        <p:nvSpPr>
          <p:cNvPr id="11" name="Shape 7"/>
          <p:cNvSpPr>
            <a:extLst>
              <a:ext uri="smNativeData">
                <pr:smNativeData xmlns:pr="smNativeData" xmlns="smNativeData" val="SMDATA_15_zxa2aRMAAAAlAAAACg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wAAALu7uwAe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Lu7uwB/f38A5+bmA8zMzADAwP8Af39/AAAAAAAAAAAAAAAAAAAAAAAAAAAAIQAAABgAAAAUAAAAIBwAAOYJAAAgHAAAABIAABAAAAAmAAAACAAAAP//////////"/>
              </a:ext>
            </a:extLst>
          </p:cNvSpPr>
          <p:nvPr/>
        </p:nvSpPr>
        <p:spPr>
          <a:xfrm>
            <a:off x="4572000" y="1609090"/>
            <a:ext cx="0" cy="1316990"/>
          </a:xfrm>
          <a:prstGeom prst="line">
            <a:avLst/>
          </a:prstGeom>
          <a:noFill/>
          <a:ln w="19050" cap="flat" cmpd="sng" algn="ctr">
            <a:solidFill>
              <a:srgbClr val="BBBBBB"/>
            </a:solidFill>
            <a:prstDash val="dash"/>
            <a:headEnd type="none"/>
            <a:tailEnd type="none"/>
          </a:ln>
          <a:effectLst/>
        </p:spPr>
      </p:sp>
      <p:pic>
        <p:nvPicPr>
          <p:cNvPr id="12" name="Image 2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LgaAAB+CAAAiB0AAE4LAAAQAAAAJgAAAAgAAAD//////////w=="/>
              </a:ext>
            </a:extLst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1380490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3" name="Text 8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R2AA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MBgAAHoLAAAQIAAA4gwAABAAAAAmAAAACAAAAP//////////"/>
              </a:ext>
            </a:extLst>
          </p:cNvSpPr>
          <p:nvPr/>
        </p:nvSpPr>
        <p:spPr>
          <a:xfrm>
            <a:off x="3931920" y="1865630"/>
            <a:ext cx="128016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800" b="1" cap="none">
                <a:solidFill>
                  <a:srgbClr val="1B4332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Pesquisa</a:t>
            </a:r>
            <a:endParaRPr lang="en-us" sz="800" cap="none"/>
          </a:p>
        </p:txBody>
      </p:sp>
      <p:sp>
        <p:nvSpPr>
          <p:cNvPr id="14" name="Shape 9"/>
          <p:cNvSpPr>
            <a:extLst>
              <a:ext uri="smNativeData">
                <pr:smNativeData xmlns:pr="smNativeData" xmlns="smNativeData" val="SMDATA_15_zxa2aRMAAAAlAAAACg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wAAALu7uwAe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Lu7uwB/f38A5+bmA8zMzADAwP8Af39/AAAAAAAAAAAAAAAAAAAAAAAAAAAAIQAAABgAAAAUAAAAIBwAAPwKAADAIQAAABIAABAAAAAmAAAACAAAAP//////////"/>
              </a:ext>
            </a:extLst>
          </p:cNvSpPr>
          <p:nvPr/>
        </p:nvSpPr>
        <p:spPr>
          <a:xfrm>
            <a:off x="4572000" y="1785620"/>
            <a:ext cx="914400" cy="1140460"/>
          </a:xfrm>
          <a:prstGeom prst="line">
            <a:avLst/>
          </a:prstGeom>
          <a:noFill/>
          <a:ln w="19050" cap="flat" cmpd="sng" algn="ctr">
            <a:solidFill>
              <a:srgbClr val="BBBBBB"/>
            </a:solidFill>
            <a:prstDash val="dash"/>
            <a:headEnd type="none"/>
            <a:tailEnd type="none"/>
          </a:ln>
          <a:effectLst/>
        </p:spPr>
      </p:sp>
      <p:pic>
        <p:nvPicPr>
          <p:cNvPr id="15" name="Image 3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FggAACUCQAAKCMAAGQMAAAQAAAAJgAAAAgAAAD//////////w=="/>
              </a:ext>
            </a:extLst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1557020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6" name="Text 10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B0AAI8MAACwJQAA9w0AABAAAAAmAAAACAAAAP//////////"/>
              </a:ext>
            </a:extLst>
          </p:cNvSpPr>
          <p:nvPr/>
        </p:nvSpPr>
        <p:spPr>
          <a:xfrm>
            <a:off x="4846320" y="2041525"/>
            <a:ext cx="128016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800" b="1" cap="none">
                <a:solidFill>
                  <a:srgbClr val="1B4332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Histórico</a:t>
            </a:r>
            <a:endParaRPr lang="en-us" sz="800" cap="none"/>
          </a:p>
        </p:txBody>
      </p:sp>
      <p:sp>
        <p:nvSpPr>
          <p:cNvPr id="17" name="Shape 11"/>
          <p:cNvSpPr>
            <a:extLst>
              <a:ext uri="smNativeData">
                <pr:smNativeData xmlns:pr="smNativeData" xmlns="smNativeData" val="SMDATA_15_zxa2aRMAAAAlAAAACg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wAAALu7uwAe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Lu7uwB/f38A5+bmA8zMzADAwP8Af39/AAAAAAAAAAAAAAAAAAAAAAAAAAAAIQAAABgAAAAUAAAA4BAAAAASAAAgHAAAABIAABAAAAAmAAAACAAAAP//////////"/>
              </a:ext>
            </a:extLst>
          </p:cNvSpPr>
          <p:nvPr/>
        </p:nvSpPr>
        <p:spPr>
          <a:xfrm>
            <a:off x="2743200" y="2926080"/>
            <a:ext cx="1828800" cy="0"/>
          </a:xfrm>
          <a:prstGeom prst="line">
            <a:avLst/>
          </a:prstGeom>
          <a:noFill/>
          <a:ln w="19050" cap="flat" cmpd="sng" algn="ctr">
            <a:solidFill>
              <a:srgbClr val="BBBBBB"/>
            </a:solidFill>
            <a:prstDash val="dash"/>
            <a:headEnd type="none"/>
            <a:tailEnd type="none"/>
          </a:ln>
          <a:effectLst/>
        </p:spPr>
      </p:sp>
      <p:pic>
        <p:nvPicPr>
          <p:cNvPr id="18" name="Image 4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HgPAACYEAAASBIAAGgTAAAQAAAAJgAAAAgAAAD//////////w=="/>
              </a:ext>
            </a:extLst>
          </p:cNvPicPr>
          <p:nvPr/>
        </p:nvPicPr>
        <p:blipFill>
          <a:blip r:embed="rId7"/>
          <a:stretch>
            <a:fillRect/>
          </a:stretch>
        </p:blipFill>
        <p:spPr>
          <a:xfrm>
            <a:off x="2514600" y="2697480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9" name="Text 12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pj6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AwAAJMTAADQFAAA+xQAABAAAAAmAAAACAAAAP//////////"/>
              </a:ext>
            </a:extLst>
          </p:cNvSpPr>
          <p:nvPr/>
        </p:nvSpPr>
        <p:spPr>
          <a:xfrm>
            <a:off x="2103120" y="3181985"/>
            <a:ext cx="128016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800" b="1" cap="none">
                <a:solidFill>
                  <a:srgbClr val="1B4332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Movimentações</a:t>
            </a:r>
            <a:endParaRPr lang="en-us" sz="800" cap="none"/>
          </a:p>
        </p:txBody>
      </p:sp>
      <p:sp>
        <p:nvSpPr>
          <p:cNvPr id="20" name="Shape 13"/>
          <p:cNvSpPr>
            <a:extLst>
              <a:ext uri="smNativeData">
                <pr:smNativeData xmlns:pr="smNativeData" xmlns="smNativeData" val="SMDATA_15_zxa2aRMAAAAlAAAACg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wAAALu7uwAe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Lu7uwB/f38A5+bmA8zMzADAwP8Af39/AAAAAAAAAAAAAAAAAAAAAAAAAAAAIQAAABgAAAAUAAAAIBwAAAASAABgJwAAABIAABAAAAAmAAAACAAAAP//////////"/>
              </a:ext>
            </a:extLst>
          </p:cNvSpPr>
          <p:nvPr/>
        </p:nvSpPr>
        <p:spPr>
          <a:xfrm>
            <a:off x="4572000" y="2926080"/>
            <a:ext cx="1828800" cy="0"/>
          </a:xfrm>
          <a:prstGeom prst="line">
            <a:avLst/>
          </a:prstGeom>
          <a:noFill/>
          <a:ln w="19050" cap="flat" cmpd="sng" algn="ctr">
            <a:solidFill>
              <a:srgbClr val="BBBBBB"/>
            </a:solidFill>
            <a:prstDash val="dash"/>
            <a:headEnd type="none"/>
            <a:tailEnd type="none"/>
          </a:ln>
          <a:effectLst/>
        </p:spPr>
      </p:sp>
      <p:pic>
        <p:nvPicPr>
          <p:cNvPr id="21" name="Image 5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glAACYEAAAyCgAAGgTAAAQAAAAJgAAAAgAAAD//////////w=="/>
              </a:ext>
            </a:extLst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2697480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2" name="Text 14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Cc3Oy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cCMAAJMTAABQKwAA+xQAABAAAAAmAAAACAAAAP//////////"/>
              </a:ext>
            </a:extLst>
          </p:cNvSpPr>
          <p:nvPr/>
        </p:nvSpPr>
        <p:spPr>
          <a:xfrm>
            <a:off x="5760720" y="3181985"/>
            <a:ext cx="128016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800" b="1" cap="none">
                <a:solidFill>
                  <a:srgbClr val="1B4332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GSISTE</a:t>
            </a:r>
            <a:endParaRPr lang="en-us" sz="800" cap="none"/>
          </a:p>
        </p:txBody>
      </p:sp>
      <p:sp>
        <p:nvSpPr>
          <p:cNvPr id="23" name="Shape 15"/>
          <p:cNvSpPr>
            <a:extLst>
              <a:ext uri="smNativeData">
                <pr:smNativeData xmlns:pr="smNativeData" xmlns="smNativeData" val="SMDATA_15_zxa2aRMAAAAlAAAACg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wAAALu7uwAe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Lu7uwB/f38A5+bmA8zMzADAwP8Af39/AAAAAAAAAAAAAAAAAAAAAAAAAAAAIQAAABgAAAAUAAAAgBYAAAASAAAgHAAABBkAABAAAAAmAAAACAAAAP//////////"/>
              </a:ext>
            </a:extLst>
          </p:cNvSpPr>
          <p:nvPr/>
        </p:nvSpPr>
        <p:spPr>
          <a:xfrm>
            <a:off x="3657600" y="2926080"/>
            <a:ext cx="914400" cy="1140460"/>
          </a:xfrm>
          <a:prstGeom prst="line">
            <a:avLst/>
          </a:prstGeom>
          <a:noFill/>
          <a:ln w="19050" cap="flat" cmpd="sng" algn="ctr">
            <a:solidFill>
              <a:srgbClr val="BBBBBB"/>
            </a:solidFill>
            <a:prstDash val="dash"/>
            <a:headEnd type="none"/>
            <a:tailEnd type="none"/>
          </a:ln>
          <a:effectLst/>
        </p:spPr>
      </p:sp>
      <p:pic>
        <p:nvPicPr>
          <p:cNvPr id="24" name="Image 6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BgVAACcFwAA6BcAAGwaAAAQAAAAJgAAAAgAAAD//////////w=="/>
              </a:ext>
            </a:extLst>
          </p:cNvPicPr>
          <p:nvPr/>
        </p:nvPicPr>
        <p:blipFill>
          <a:blip r:embed="rId9"/>
          <a:stretch>
            <a:fillRect/>
          </a:stretch>
        </p:blipFill>
        <p:spPr>
          <a:xfrm>
            <a:off x="3429000" y="3837940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5" name="Text 16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e4xn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kBIAAJcaAABwGgAA/xsAABAAAAAmAAAACAAAAP//////////"/>
              </a:ext>
            </a:extLst>
          </p:cNvSpPr>
          <p:nvPr/>
        </p:nvSpPr>
        <p:spPr>
          <a:xfrm>
            <a:off x="3017520" y="4322445"/>
            <a:ext cx="128016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800" b="1" cap="none">
                <a:solidFill>
                  <a:srgbClr val="1B4332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Afastamentos</a:t>
            </a:r>
            <a:endParaRPr lang="en-us" sz="800" cap="none"/>
          </a:p>
        </p:txBody>
      </p:sp>
      <p:sp>
        <p:nvSpPr>
          <p:cNvPr id="26" name="Shape 17"/>
          <p:cNvSpPr>
            <a:extLst>
              <a:ext uri="smNativeData">
                <pr:smNativeData xmlns:pr="smNativeData" xmlns="smNativeData" val="SMDATA_15_zxa2aRMAAAAlAAAACg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wAAALu7uwAe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Lu7uwB/f38A5+bmA8zMzADAwP8Af39/AAAAAAAAAAAAAAAAAAAAAAAAAAAAIQAAABgAAAAUAAAAIBwAAAASAADAIQAABBkAABAAAAAmAAAACAAAAP//////////"/>
              </a:ext>
            </a:extLst>
          </p:cNvSpPr>
          <p:nvPr/>
        </p:nvSpPr>
        <p:spPr>
          <a:xfrm>
            <a:off x="4572000" y="2926080"/>
            <a:ext cx="914400" cy="1140460"/>
          </a:xfrm>
          <a:prstGeom prst="line">
            <a:avLst/>
          </a:prstGeom>
          <a:noFill/>
          <a:ln w="19050" cap="flat" cmpd="sng" algn="ctr">
            <a:solidFill>
              <a:srgbClr val="BBBBBB"/>
            </a:solidFill>
            <a:prstDash val="dash"/>
            <a:headEnd type="none"/>
            <a:tailEnd type="none"/>
          </a:ln>
          <a:effectLst/>
        </p:spPr>
      </p:sp>
      <p:pic>
        <p:nvPicPr>
          <p:cNvPr id="27" name="Image 7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BCWwC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FggAACcFwAAKCMAAGwaAAAQAAAAJgAAAAgAAAD//////////w=="/>
              </a:ext>
            </a:extLst>
          </p:cNvPicPr>
          <p:nvPr/>
        </p:nvPicPr>
        <p:blipFill>
          <a:blip r:embed="rId10"/>
          <a:stretch>
            <a:fillRect/>
          </a:stretch>
        </p:blipFill>
        <p:spPr>
          <a:xfrm>
            <a:off x="5257800" y="3837940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8" name="Text 18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B0AAJcaAACwJQAA/xsAABAAAAAmAAAACAAAAP//////////"/>
              </a:ext>
            </a:extLst>
          </p:cNvSpPr>
          <p:nvPr/>
        </p:nvSpPr>
        <p:spPr>
          <a:xfrm>
            <a:off x="4846320" y="4322445"/>
            <a:ext cx="128016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800" b="1" cap="none">
                <a:solidFill>
                  <a:srgbClr val="1B4332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Capacitação</a:t>
            </a:r>
            <a:endParaRPr lang="en-us" sz="8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5"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KAA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KAAAP///wEAAAAAAAAAAAAAAAAAAAAAAAAAAAAAAAAAAAAAAAAAAAAAAAB/f38A5+bmA8zMzADAwP8Af39/AAAAAAAAAAAAAAAAAAAAAAAAAAAAIQAAABgAAAAUAAAAAAAAAAAAAABAOAAAqAMAABAAAAAmAAAACAAAAP//////////"/>
              </a:ext>
            </a:extLst>
          </p:cNvSpPr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A000"/>
          </a:solidFill>
          <a:ln>
            <a:noFill/>
          </a:ln>
          <a:effectLst/>
        </p:spPr>
      </p:sp>
      <p:sp>
        <p:nvSpPr>
          <p:cNvPr id="3" name="Text 1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MJxsc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HMAAABwNQAAiwMAABAAAAAmAAAACAAAAP//////////"/>
              </a:ext>
            </a:extLst>
          </p:cNvSpPr>
          <p:nvPr/>
        </p:nvSpPr>
        <p:spPr>
          <a:xfrm>
            <a:off x="457200" y="73025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600" b="1" cap="none">
                <a:solidFill>
                  <a:srgbClr val="FFFFFF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Módulo: Cadastro de Servidores</a:t>
            </a:r>
            <a:endParaRPr lang="en-us" sz="1600" cap="none"/>
          </a:p>
          <a:p>
            <a:pPr marL="0" indent="0">
              <a:buNone/>
            </a:pPr>
            <a:r>
              <a:rPr lang="en-us" sz="800" b="1" cap="none" spc="27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BASE CENTRAL DE DADOS DA CARREIRA</a:t>
            </a:r>
            <a:endParaRPr lang="en-us" sz="16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IiIi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IiIiAP///wEAAAAAAAAAAAAAAAAAAAAAAAAAAAAAAAAAAAAAAAAAAAAAAAB/f38A5+bmA8zMzADAwP8Af39/AAAAAAAAAAAAAAAAAAAAAAAAAAAAIQAAABgAAAAUAAAAmDQAAPgcAAArNgAAix4AABAAAAAmAAAACAAAAP//////////"/>
              </a:ext>
            </a:extLst>
          </p:cNvSpPr>
          <p:nvPr/>
        </p:nvSpPr>
        <p:spPr>
          <a:xfrm>
            <a:off x="8549640" y="4709160"/>
            <a:ext cx="255905" cy="255905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</p:sp>
      <p:sp>
        <p:nvSpPr>
          <p:cNvPr id="5" name="Text 3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mDQAAPgcAAArNgAAix4AABAAAAAmAAAACAAAAP//////////"/>
              </a:ext>
            </a:extLst>
          </p:cNvSpPr>
          <p:nvPr/>
        </p:nvSpPr>
        <p:spPr>
          <a:xfrm>
            <a:off x="8549640" y="4709160"/>
            <a:ext cx="255905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7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5</a:t>
            </a:r>
            <a:endParaRPr lang="en-us" sz="700" cap="none"/>
          </a:p>
        </p:txBody>
      </p:sp>
      <p:pic>
        <p:nvPicPr>
          <p:cNvPr id="6" name="Image 0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AAAAACoAwAAgBYAAKQf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4360"/>
            <a:ext cx="3657600" cy="454914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Shape 4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XgAAAOT///8cAAAAZAAAAGQAAAAAAAAAy8vLAF4AAADk////HAAAAGQAAABkAAAAAAAAABcAAAAUAAAAAAAAAAAAAAD/fwAA/38AAAAAAAAJAAAABAAAAPX///8eAAAAaAAAAAAAAAAAAAAAAAAAAAAAAAAAAAAAECcAABAnAAAAAAAAAAAAAAAAAAAAAAAAAAAAAAAAAAAAAAAAAAAAAFA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MBgAAKAFAAAANgAAABIAABAAAAAmAAAACAAAAP//////////"/>
              </a:ext>
            </a:extLst>
          </p:cNvSpPr>
          <p:nvPr/>
        </p:nvSpPr>
        <p:spPr>
          <a:xfrm>
            <a:off x="3931920" y="914400"/>
            <a:ext cx="484632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145" dir="8100000" algn="bl">
              <a:srgbClr val="000000">
                <a:alpha val="6000"/>
              </a:srgbClr>
            </a:outerShdw>
          </a:effectLst>
        </p:spPr>
      </p:sp>
      <p:sp>
        <p:nvSpPr>
          <p:cNvPr id="8" name="Text 5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b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CBkAADAGAAAoNQAA4AcAABAAAAAmAAAACAAAAP//////////"/>
              </a:ext>
            </a:extLst>
          </p:cNvSpPr>
          <p:nvPr/>
        </p:nvSpPr>
        <p:spPr>
          <a:xfrm>
            <a:off x="4069080" y="1005840"/>
            <a:ext cx="45720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900" b="1" cap="none">
                <a:solidFill>
                  <a:srgbClr val="002776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  SEÇÕES DO CADASTRO</a:t>
            </a:r>
            <a:endParaRPr lang="en-us" sz="900" cap="none"/>
          </a:p>
        </p:txBody>
      </p:sp>
      <p:sp>
        <p:nvSpPr>
          <p:cNvPr id="9" name="Shape 6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Cd2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j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Cd2AP///wEAAAAAAAAAAAAAAAAAAAAAAAAAAAAAAAAAAAAAAAAAAAAAAAB/f38A5+bmA8zMzADAwP8Af39/AAAAAAAAAAAAAAAAAAAAAAAAAAAAIQAAABgAAAAUAAAAUBkAAHAIAAC4GgAA2AkAABAAAAAmAAAACAAAAP//////////"/>
              </a:ext>
            </a:extLst>
          </p:cNvSpPr>
          <p:nvPr/>
        </p:nvSpPr>
        <p:spPr>
          <a:xfrm>
            <a:off x="4114800" y="1371600"/>
            <a:ext cx="228600" cy="228600"/>
          </a:xfrm>
          <a:prstGeom prst="rect">
            <a:avLst/>
          </a:prstGeom>
          <a:solidFill>
            <a:srgbClr val="002776"/>
          </a:solidFill>
          <a:ln>
            <a:noFill/>
          </a:ln>
          <a:effectLst/>
        </p:spPr>
      </p:sp>
      <p:pic>
        <p:nvPicPr>
          <p:cNvPr id="10" name="Image 1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BjoP8l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G0ZAACNCAAAjRoAAK0J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4133215" y="1390015"/>
            <a:ext cx="182880" cy="1828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 7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Cd2/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SBsAAHAIAACYNAAAAwoAABAAAAAmAAAACAAAAP//////////"/>
              </a:ext>
            </a:extLst>
          </p:cNvSpPr>
          <p:nvPr/>
        </p:nvSpPr>
        <p:spPr>
          <a:xfrm>
            <a:off x="4434840" y="1371600"/>
            <a:ext cx="41148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900" b="1" cap="none">
                <a:solidFill>
                  <a:srgbClr val="333333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Identificação — nome, matrícula, cargo</a:t>
            </a:r>
            <a:endParaRPr lang="en-us" sz="900" cap="none"/>
          </a:p>
        </p:txBody>
      </p:sp>
      <p:sp>
        <p:nvSpPr>
          <p:cNvPr id="12" name="Shape 8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KAA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g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KAAAP///wEAAAAAAAAAAAAAAAAAAAAAAAAAAAAAAAAAAAAAAAAAAAAAAAB/f38A5+bmA8zMzADAwP8Af39/AAAAAAAAAAAAAAAAAAAAAAAAAAAAIQAAABgAAAAUAAAAUBkAAJMKAAC4GgAA+wsAABAAAAAmAAAACAAAAP//////////"/>
              </a:ext>
            </a:extLst>
          </p:cNvSpPr>
          <p:nvPr/>
        </p:nvSpPr>
        <p:spPr>
          <a:xfrm>
            <a:off x="4114800" y="1718945"/>
            <a:ext cx="228600" cy="228600"/>
          </a:xfrm>
          <a:prstGeom prst="rect">
            <a:avLst/>
          </a:prstGeom>
          <a:solidFill>
            <a:srgbClr val="00A000"/>
          </a:solidFill>
          <a:ln>
            <a:noFill/>
          </a:ln>
          <a:effectLst/>
        </p:spPr>
      </p:sp>
      <p:pic>
        <p:nvPicPr>
          <p:cNvPr id="13" name="Image 2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LAAw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G0ZAACwCgAAjRoAANALAAAQAAAAJgAAAAgAAAD//////////w=="/>
              </a:ext>
            </a:extLst>
          </p:cNvPicPr>
          <p:nvPr/>
        </p:nvPicPr>
        <p:blipFill>
          <a:blip r:embed="rId5"/>
          <a:stretch>
            <a:fillRect/>
          </a:stretch>
        </p:blipFill>
        <p:spPr>
          <a:xfrm>
            <a:off x="4133215" y="1737360"/>
            <a:ext cx="182880" cy="1828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4" name="Text 9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JTBjQ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SBsAAJMKAACYNAAAJgwAABAAAAAmAAAACAAAAP//////////"/>
              </a:ext>
            </a:extLst>
          </p:cNvSpPr>
          <p:nvPr/>
        </p:nvSpPr>
        <p:spPr>
          <a:xfrm>
            <a:off x="4434840" y="1718945"/>
            <a:ext cx="41148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900" b="1" cap="none">
                <a:solidFill>
                  <a:srgbClr val="333333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Vínculo — órgão, unidade, função</a:t>
            </a:r>
            <a:endParaRPr lang="en-us" sz="900" cap="none"/>
          </a:p>
        </p:txBody>
      </p:sp>
      <p:sp>
        <p:nvSpPr>
          <p:cNvPr id="15" name="Shape 10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LWpP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WpPAP///wEAAAAAAAAAAAAAAAAAAAAAAAAAAAAAAAAAAAAAAAAAAAAAAAB/f38A5+bmA8zMzADAwP8Af39/AAAAAAAAAAAAAAAAAAAAAAAAAAAAIQAAABgAAAAUAAAAUBkAALYMAAC4GgAAHg4AABAAAAAmAAAACAAAAP//////////"/>
              </a:ext>
            </a:extLst>
          </p:cNvSpPr>
          <p:nvPr/>
        </p:nvSpPr>
        <p:spPr>
          <a:xfrm>
            <a:off x="4114800" y="2066290"/>
            <a:ext cx="228600" cy="2286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</p:sp>
      <p:pic>
        <p:nvPicPr>
          <p:cNvPr id="16" name="Image 3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ndv8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G0ZAADTDAAAjRoAAPMNAAAQAAAAJgAAAAgAAAD//////////w=="/>
              </a:ext>
            </a:extLst>
          </p:cNvPicPr>
          <p:nvPr/>
        </p:nvPicPr>
        <p:blipFill>
          <a:blip r:embed="rId6"/>
          <a:stretch>
            <a:fillRect/>
          </a:stretch>
        </p:blipFill>
        <p:spPr>
          <a:xfrm>
            <a:off x="4133215" y="2084705"/>
            <a:ext cx="182880" cy="1828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7" name="Text 11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SBsAALYMAACYNAAASg4AABAAAAAmAAAACAAAAP//////////"/>
              </a:ext>
            </a:extLst>
          </p:cNvSpPr>
          <p:nvPr/>
        </p:nvSpPr>
        <p:spPr>
          <a:xfrm>
            <a:off x="4434840" y="2066290"/>
            <a:ext cx="4114800" cy="2565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900" b="1" cap="none">
                <a:solidFill>
                  <a:srgbClr val="333333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Dados Funcionais — ingresso, carreira</a:t>
            </a:r>
            <a:endParaRPr lang="en-us" sz="900" cap="none"/>
          </a:p>
        </p:txBody>
      </p:sp>
      <p:sp>
        <p:nvSpPr>
          <p:cNvPr id="18" name="Shape 12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JWOg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nd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JWOgAP///wEAAAAAAAAAAAAAAAAAAAAAAAAAAAAAAAAAAAAAAAAAAAAAAAB/f38A5+bmA8zMzADAwP8Af39/AAAAAAAAAAAAAAAAAAAAAAAAAAAAIQAAABgAAAAUAAAAUBkAANoOAAC4GgAAQhAAABAAAAAmAAAACAAAAP//////////"/>
              </a:ext>
            </a:extLst>
          </p:cNvSpPr>
          <p:nvPr/>
        </p:nvSpPr>
        <p:spPr>
          <a:xfrm>
            <a:off x="4114800" y="2414270"/>
            <a:ext cx="228600" cy="228600"/>
          </a:xfrm>
          <a:prstGeom prst="rect">
            <a:avLst/>
          </a:prstGeom>
          <a:solidFill>
            <a:srgbClr val="2563A0"/>
          </a:solidFill>
          <a:ln>
            <a:noFill/>
          </a:ln>
          <a:effectLst/>
        </p:spPr>
      </p:sp>
      <p:pic>
        <p:nvPicPr>
          <p:cNvPr id="19" name="Image 4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G0ZAAD2DgAAjRoAABYQAAAQAAAAJgAAAAgAAAD//////////w=="/>
              </a:ext>
            </a:extLst>
          </p:cNvPicPr>
          <p:nvPr/>
        </p:nvPicPr>
        <p:blipFill>
          <a:blip r:embed="rId7"/>
          <a:stretch>
            <a:fillRect/>
          </a:stretch>
        </p:blipFill>
        <p:spPr>
          <a:xfrm>
            <a:off x="4133215" y="2432050"/>
            <a:ext cx="182880" cy="1828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0" name="Text 13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SBsAANoOAACYNAAAbRAAABAAAAAmAAAACAAAAP//////////"/>
              </a:ext>
            </a:extLst>
          </p:cNvSpPr>
          <p:nvPr/>
        </p:nvSpPr>
        <p:spPr>
          <a:xfrm>
            <a:off x="4434840" y="2414270"/>
            <a:ext cx="41148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900" b="1" cap="none">
                <a:solidFill>
                  <a:srgbClr val="333333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Acompanhamento — afastamentos, GSISTE</a:t>
            </a:r>
            <a:endParaRPr lang="en-us" sz="900" cap="none"/>
          </a:p>
        </p:txBody>
      </p:sp>
      <p:sp>
        <p:nvSpPr>
          <p:cNvPr id="21" name="Shape 14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XgAAAOT///8cAAAAZAAAAGQAAAAAAAAAy8vLAF4AAADk////HAAAAGQAAABkAAAAAAAAABcAAAAUAAAAAAAAAAAAAAD/fwAA/38AAAAAAAAJAAAABAAAAJzdlQ0eAAAAaAAAAAAAAAAAAAAAAAAAAAAAAAAAAAAAECcAABAnAAAAAAAAAAAAAAAAAAAAAAAAAAAAAAAAAAAAAAAAAAAAAFA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MBgAALATAAAANgAAABsAABAAAAAmAAAACAAAAP//////////"/>
              </a:ext>
            </a:extLst>
          </p:cNvSpPr>
          <p:nvPr/>
        </p:nvSpPr>
        <p:spPr>
          <a:xfrm>
            <a:off x="3931920" y="3200400"/>
            <a:ext cx="484632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145" dir="8100000" algn="bl">
              <a:srgbClr val="000000">
                <a:alpha val="6000"/>
              </a:srgbClr>
            </a:outerShdw>
          </a:effectLst>
        </p:spPr>
      </p:sp>
      <p:sp>
        <p:nvSpPr>
          <p:cNvPr id="22" name="Text 15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CBkAAEAUAAAoNQAA8BUAABAAAAAmAAAACAAAAP//////////"/>
              </a:ext>
            </a:extLst>
          </p:cNvSpPr>
          <p:nvPr/>
        </p:nvSpPr>
        <p:spPr>
          <a:xfrm>
            <a:off x="4069080" y="3291840"/>
            <a:ext cx="45720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850" b="1" cap="none">
                <a:solidFill>
                  <a:srgbClr val="1B4332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  NAVEGAÇÃO POR ABAS</a:t>
            </a:r>
            <a:endParaRPr lang="en-us" sz="850" cap="none"/>
          </a:p>
        </p:txBody>
      </p:sp>
      <p:sp>
        <p:nvSpPr>
          <p:cNvPr id="23" name="Shape 16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G0My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KzBkQ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0MyAP///wEAAAAAAAAAAAAAAAAAAAAAAAAAAAAAAAAAAAAAAAAAAAAAAAB/f38A5+bmA8zMzADAwP8Af39/AAAAAAAAAAAAAAAAAAAAAAAAAAAAIQAAABgAAAAUAAAAUBkAAIAWAAB9HgAA6BcAABAAAAAmAAAACAAAAP//////////"/>
              </a:ext>
            </a:extLst>
          </p:cNvSpPr>
          <p:nvPr/>
        </p:nvSpPr>
        <p:spPr>
          <a:xfrm>
            <a:off x="4114800" y="3657600"/>
            <a:ext cx="841375" cy="2286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</p:sp>
      <p:sp>
        <p:nvSpPr>
          <p:cNvPr id="24" name="Text 17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H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UBkAAIAWAAB9HgAA6BcAABAAAAAmAAAACAAAAP//////////"/>
              </a:ext>
            </a:extLst>
          </p:cNvSpPr>
          <p:nvPr/>
        </p:nvSpPr>
        <p:spPr>
          <a:xfrm>
            <a:off x="4114800" y="3657600"/>
            <a:ext cx="841375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6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Dados Gerais</a:t>
            </a:r>
            <a:endParaRPr lang="en-us" sz="600" cap="none"/>
          </a:p>
        </p:txBody>
      </p:sp>
      <p:sp>
        <p:nvSpPr>
          <p:cNvPr id="25" name="Shape 18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7u7u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v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7u7uAP///wEAAAAAAAAAAAAAAAAAAAAAAAAAAAAAAAAAAAAAAAAAAAAAAAB/f38A5+bmA8zMzADAwP8Af39/AAAAAAAAAAAAAAAAAAAAAAAAAAAAIQAAABgAAAAUAAAAxR4AAIAWAADuIgAA6BcAABAAAAAmAAAACAAAAP//////////"/>
              </a:ext>
            </a:extLst>
          </p:cNvSpPr>
          <p:nvPr/>
        </p:nvSpPr>
        <p:spPr>
          <a:xfrm>
            <a:off x="5001895" y="3657600"/>
            <a:ext cx="676275" cy="2286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</p:sp>
      <p:sp>
        <p:nvSpPr>
          <p:cNvPr id="26" name="Text 19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xR4AAIAWAADuIgAA6BcAABAAAAAmAAAACAAAAP//////////"/>
              </a:ext>
            </a:extLst>
          </p:cNvSpPr>
          <p:nvPr/>
        </p:nvSpPr>
        <p:spPr>
          <a:xfrm>
            <a:off x="5001895" y="3657600"/>
            <a:ext cx="676275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600" b="1" cap="none">
                <a:solidFill>
                  <a:srgbClr val="555555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Histórico</a:t>
            </a:r>
            <a:endParaRPr lang="en-us" sz="600" cap="none"/>
          </a:p>
        </p:txBody>
      </p:sp>
      <p:sp>
        <p:nvSpPr>
          <p:cNvPr id="27" name="Shape 20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7u7u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j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7u7uAP///wEAAAAAAAAAAAAAAAAAAAAAAAAAAAAAAAAAAAAAAAAAAAAAAAB/f38A5+bmA8zMzADAwP8Af39/AAAAAAAAAAAAAAAAAAAAAAAAAAAAIQAAABgAAAAUAAAANiMAAIAWAAC6KAAA6BcAABAAAAAmAAAACAAAAP//////////"/>
              </a:ext>
            </a:extLst>
          </p:cNvSpPr>
          <p:nvPr/>
        </p:nvSpPr>
        <p:spPr>
          <a:xfrm>
            <a:off x="5723890" y="3657600"/>
            <a:ext cx="896620" cy="2286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</p:sp>
      <p:sp>
        <p:nvSpPr>
          <p:cNvPr id="28" name="Text 21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H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NiMAAIAWAAC6KAAA6BcAABAAAAAmAAAACAAAAP//////////"/>
              </a:ext>
            </a:extLst>
          </p:cNvSpPr>
          <p:nvPr/>
        </p:nvSpPr>
        <p:spPr>
          <a:xfrm>
            <a:off x="5723890" y="3657600"/>
            <a:ext cx="89662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600" b="1" cap="none">
                <a:solidFill>
                  <a:srgbClr val="555555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Movimentações</a:t>
            </a:r>
            <a:endParaRPr lang="en-us" sz="600" cap="none"/>
          </a:p>
        </p:txBody>
      </p:sp>
      <p:sp>
        <p:nvSpPr>
          <p:cNvPr id="29" name="Shape 22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7u7u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H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7u7uAP///wEAAAAAAAAAAAAAAAAAAAAAAAAAAAAAAAAAAAAAAAAAAAAAAAB/f38A5+bmA8zMzADAwP8Af39/AAAAAAAAAAAAAAAAAAAAAAAAAAAAIQAAABgAAAAUAAAAAikAAIAWAAAuLgAA6BcAABAAAAAmAAAACAAAAP//////////"/>
              </a:ext>
            </a:extLst>
          </p:cNvSpPr>
          <p:nvPr/>
        </p:nvSpPr>
        <p:spPr>
          <a:xfrm>
            <a:off x="6666230" y="3657600"/>
            <a:ext cx="840740" cy="2286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</p:sp>
      <p:sp>
        <p:nvSpPr>
          <p:cNvPr id="30" name="Text 23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AikAAIAWAAAuLgAA6BcAABAAAAAmAAAACAAAAP//////////"/>
              </a:ext>
            </a:extLst>
          </p:cNvSpPr>
          <p:nvPr/>
        </p:nvSpPr>
        <p:spPr>
          <a:xfrm>
            <a:off x="6666230" y="3657600"/>
            <a:ext cx="84074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600" b="1" cap="none">
                <a:solidFill>
                  <a:srgbClr val="555555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Afastamentos</a:t>
            </a:r>
            <a:endParaRPr lang="en-us" sz="600" cap="none"/>
          </a:p>
        </p:txBody>
      </p:sp>
      <p:sp>
        <p:nvSpPr>
          <p:cNvPr id="31" name="Shape 24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7u7u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7u7uAP///wEAAAAAAAAAAAAAAAAAAAAAAAAAAAAAAAAAAAAAAAAAAAAAAAB/f38A5+bmA8zMzADAwP8Af39/AAAAAAAAAAAAAAAAAAAAAAAAAAAAIQAAABgAAAAUAAAAdi4AAIAWAACjMwAA6BcAABAAAAAmAAAACAAAAP//////////"/>
              </a:ext>
            </a:extLst>
          </p:cNvSpPr>
          <p:nvPr/>
        </p:nvSpPr>
        <p:spPr>
          <a:xfrm>
            <a:off x="7552690" y="3657600"/>
            <a:ext cx="841375" cy="2286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</p:sp>
      <p:sp>
        <p:nvSpPr>
          <p:cNvPr id="32" name="Text 25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b/AC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di4AAIAWAACjMwAA6BcAABAAAAAmAAAACAAAAP//////////"/>
              </a:ext>
            </a:extLst>
          </p:cNvSpPr>
          <p:nvPr/>
        </p:nvSpPr>
        <p:spPr>
          <a:xfrm>
            <a:off x="7552690" y="3657600"/>
            <a:ext cx="841375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600" b="1" cap="none">
                <a:solidFill>
                  <a:srgbClr val="555555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Capacitações</a:t>
            </a:r>
            <a:endParaRPr lang="en-us" sz="600" cap="none"/>
          </a:p>
        </p:txBody>
      </p:sp>
      <p:sp>
        <p:nvSpPr>
          <p:cNvPr id="33" name="Shape 26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7u7u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S3iQ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7u7uAP///wEAAAAAAAAAAAAAAAAAAAAAAAAAAAAAAAAAAAAAAAAAAAAAAAB/f38A5+bmA8zMzADAwP8Af39/AAAAAAAAAAAAAAAAAAAAAAAAAAAAIQAAABgAAAAUAAAA6zMAAIAWAAASNwAA6BcAABAAAAAmAAAACAAAAP//////////"/>
              </a:ext>
            </a:extLst>
          </p:cNvSpPr>
          <p:nvPr/>
        </p:nvSpPr>
        <p:spPr>
          <a:xfrm>
            <a:off x="8439785" y="3657600"/>
            <a:ext cx="512445" cy="2286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</p:sp>
      <p:sp>
        <p:nvSpPr>
          <p:cNvPr id="34" name="Text 27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6zMAAIAWAAASNwAA6BcAABAAAAAmAAAACAAAAP//////////"/>
              </a:ext>
            </a:extLst>
          </p:cNvSpPr>
          <p:nvPr/>
        </p:nvSpPr>
        <p:spPr>
          <a:xfrm>
            <a:off x="8439785" y="3657600"/>
            <a:ext cx="512445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600" b="1" cap="none">
                <a:solidFill>
                  <a:srgbClr val="555555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GSISTE</a:t>
            </a:r>
            <a:endParaRPr lang="en-us" sz="6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6"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KAA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KAAAP///wEAAAAAAAAAAAAAAAAAAAAAAAAAAAAAAAAAAAAAAAAAAAAAAAB/f38A5+bmA8zMzADAwP8Af39/AAAAAAAAAAAAAAAAAAAAAAAAAAAAIQAAABgAAAAUAAAAAAAAAAAAAABAOAAAqAMAABAAAAAmAAAACAAAAP//////////"/>
              </a:ext>
            </a:extLst>
          </p:cNvSpPr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A000"/>
          </a:solidFill>
          <a:ln>
            <a:noFill/>
          </a:ln>
          <a:effectLst/>
        </p:spPr>
      </p:sp>
      <p:sp>
        <p:nvSpPr>
          <p:cNvPr id="3" name="Text 1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HMAAABwNQAAiwMAABAAAAAmAAAACAAAAP//////////"/>
              </a:ext>
            </a:extLst>
          </p:cNvSpPr>
          <p:nvPr/>
        </p:nvSpPr>
        <p:spPr>
          <a:xfrm>
            <a:off x="457200" y="73025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600" b="1" cap="none">
                <a:solidFill>
                  <a:srgbClr val="FFFFFF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Módulo: Pesquisa e Histórico</a:t>
            </a:r>
            <a:endParaRPr lang="en-us" sz="1600" cap="none"/>
          </a:p>
          <a:p>
            <a:pPr marL="0" indent="0">
              <a:buNone/>
            </a:pPr>
            <a:r>
              <a:rPr lang="en-us" sz="800" b="1" cap="none" spc="27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LOCALIZAR O SERVIDOR E SUA TRAJETÓRIA</a:t>
            </a:r>
            <a:endParaRPr lang="en-us" sz="16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IiIi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IiIiAP///wEAAAAAAAAAAAAAAAAAAAAAAAAAAAAAAAAAAAAAAAAAAAAAAAB/f38A5+bmA8zMzADAwP8Af39/AAAAAAAAAAAAAAAAAAAAAAAAAAAAIQAAABgAAAAUAAAAmDQAAPgcAAArNgAAix4AABAAAAAmAAAACAAAAP//////////"/>
              </a:ext>
            </a:extLst>
          </p:cNvSpPr>
          <p:nvPr/>
        </p:nvSpPr>
        <p:spPr>
          <a:xfrm>
            <a:off x="8549640" y="4709160"/>
            <a:ext cx="255905" cy="255905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</p:sp>
      <p:sp>
        <p:nvSpPr>
          <p:cNvPr id="5" name="Text 3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mDQAAPgcAAArNgAAix4AABAAAAAmAAAACAAAAP//////////"/>
              </a:ext>
            </a:extLst>
          </p:cNvSpPr>
          <p:nvPr/>
        </p:nvSpPr>
        <p:spPr>
          <a:xfrm>
            <a:off x="8549640" y="4709160"/>
            <a:ext cx="255905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7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6</a:t>
            </a:r>
            <a:endParaRPr lang="en-us" sz="700" cap="none"/>
          </a:p>
        </p:txBody>
      </p:sp>
      <p:pic>
        <p:nvPicPr>
          <p:cNvPr id="6" name="Image 0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AAAAACoAwAAgBYAAKQf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4360"/>
            <a:ext cx="3657600" cy="454914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Shape 4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XgAAAOT///8cAAAAZAAAAGQAAAAAAAAAy8vLAF4AAADk////HAAAAGQAAABkAAAAAAAAABcAAAAUAAAAAAAAAAAAAAD/fwAA/38AAAAAAAAJAAAABAAAAAAAAAAeAAAAaAAAAAAAAAAAAAAAAAAAAAAAAAAAAAAAECcAABAnAAAAAAAAAAAAAAAAAAAAAAAAAAAAAAAAAAAAAAAAAAAAAFA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MBgAABAFAAAANgAAIAoAABAAAAAmAAAACAAAAP//////////"/>
              </a:ext>
            </a:extLst>
          </p:cNvSpPr>
          <p:nvPr/>
        </p:nvSpPr>
        <p:spPr>
          <a:xfrm>
            <a:off x="3931920" y="822960"/>
            <a:ext cx="484632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145" dir="8100000" algn="bl">
              <a:srgbClr val="000000">
                <a:alpha val="6000"/>
              </a:srgbClr>
            </a:outerShdw>
          </a:effectLst>
        </p:spPr>
      </p:sp>
      <p:sp>
        <p:nvSpPr>
          <p:cNvPr id="8" name="Text 5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CBkAAFgFAAAoNQAAwAYAABAAAAAmAAAACAAAAP//////////"/>
              </a:ext>
            </a:extLst>
          </p:cNvSpPr>
          <p:nvPr/>
        </p:nvSpPr>
        <p:spPr>
          <a:xfrm>
            <a:off x="4069080" y="86868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850" b="1" cap="none">
                <a:solidFill>
                  <a:srgbClr val="00A000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  BUSCA POR</a:t>
            </a:r>
            <a:endParaRPr lang="en-us" sz="850" cap="none"/>
          </a:p>
        </p:txBody>
      </p:sp>
      <p:sp>
        <p:nvSpPr>
          <p:cNvPr id="9" name="Shape 6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8PTw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PTwAP///wEAAAAAAAAAAAAAAAAAAAAAAAAAAAAAAAAAAAAAAAAAAAAAAAB/f38A5+bmA8zMzADAwP8Af39/AAAAAAAAAAAAAAAAAAAAAAAAAAAAIQAAABgAAAAUAAAAUBkAAFAHAAAGHQAA4wgAABAAAAAmAAAACAAAAP//////////"/>
              </a:ext>
            </a:extLst>
          </p:cNvSpPr>
          <p:nvPr/>
        </p:nvSpPr>
        <p:spPr>
          <a:xfrm>
            <a:off x="4114800" y="1188720"/>
            <a:ext cx="603250" cy="255905"/>
          </a:xfrm>
          <a:prstGeom prst="rect">
            <a:avLst/>
          </a:prstGeom>
          <a:solidFill>
            <a:srgbClr val="F0F4F0"/>
          </a:solidFill>
          <a:ln>
            <a:noFill/>
          </a:ln>
          <a:effectLst/>
        </p:spPr>
      </p:sp>
      <p:sp>
        <p:nvSpPr>
          <p:cNvPr id="10" name="Text 7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UBkAAFAHAAAGHQAA4wgAABAAAAAmAAAACAAAAP//////////"/>
              </a:ext>
            </a:extLst>
          </p:cNvSpPr>
          <p:nvPr/>
        </p:nvSpPr>
        <p:spPr>
          <a:xfrm>
            <a:off x="4114800" y="1188720"/>
            <a:ext cx="60325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800" b="1" cap="none">
                <a:solidFill>
                  <a:srgbClr val="333333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Nome</a:t>
            </a:r>
            <a:endParaRPr lang="en-us" sz="800" cap="none"/>
          </a:p>
        </p:txBody>
      </p:sp>
      <p:sp>
        <p:nvSpPr>
          <p:cNvPr id="11" name="Shape 8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8PTw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PTwAP///wEAAAAAAAAAAAAAAAAAAAAAAAAAAAAAAAAAAAAAAAAAAAAAAAB/f38A5+bmA8zMzADAwP8Af39/AAAAAAAAAAAAAAAAAAAAAAAAAAAAIQAAABgAAAAUAAAAlh0AAFAHAADVIwAA4wgAABAAAAAmAAAACAAAAP//////////"/>
              </a:ext>
            </a:extLst>
          </p:cNvSpPr>
          <p:nvPr/>
        </p:nvSpPr>
        <p:spPr>
          <a:xfrm>
            <a:off x="4809490" y="1188720"/>
            <a:ext cx="1015365" cy="255905"/>
          </a:xfrm>
          <a:prstGeom prst="rect">
            <a:avLst/>
          </a:prstGeom>
          <a:solidFill>
            <a:srgbClr val="F0F4F0"/>
          </a:solidFill>
          <a:ln>
            <a:noFill/>
          </a:ln>
          <a:effectLst/>
        </p:spPr>
      </p:sp>
      <p:sp>
        <p:nvSpPr>
          <p:cNvPr id="12" name="Text 9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lh0AAFAHAADVIwAA4wgAABAAAAAmAAAACAAAAP//////////"/>
              </a:ext>
            </a:extLst>
          </p:cNvSpPr>
          <p:nvPr/>
        </p:nvSpPr>
        <p:spPr>
          <a:xfrm>
            <a:off x="4809490" y="1188720"/>
            <a:ext cx="1015365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800" b="1" cap="none">
                <a:solidFill>
                  <a:srgbClr val="333333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Matrícula</a:t>
            </a:r>
            <a:endParaRPr lang="en-us" sz="800" cap="none"/>
          </a:p>
        </p:txBody>
      </p:sp>
      <p:sp>
        <p:nvSpPr>
          <p:cNvPr id="13" name="Shape 10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8PTw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PTwAP///wEAAAAAAAAAAAAAAAAAAAAAAAAAAAAAAAAAAAAAAAAAAAAAAAB/f38A5+bmA8zMzADAwP8Af39/AAAAAAAAAAAAAAAAAAAAAAAAAAAAIQAAABgAAAAUAAAAZSQAAFAHAACdKAAA4wgAABAAAAAmAAAACAAAAP//////////"/>
              </a:ext>
            </a:extLst>
          </p:cNvSpPr>
          <p:nvPr/>
        </p:nvSpPr>
        <p:spPr>
          <a:xfrm>
            <a:off x="5916295" y="1188720"/>
            <a:ext cx="685800" cy="255905"/>
          </a:xfrm>
          <a:prstGeom prst="rect">
            <a:avLst/>
          </a:prstGeom>
          <a:solidFill>
            <a:srgbClr val="F0F4F0"/>
          </a:solidFill>
          <a:ln>
            <a:noFill/>
          </a:ln>
          <a:effectLst/>
        </p:spPr>
      </p:sp>
      <p:sp>
        <p:nvSpPr>
          <p:cNvPr id="14" name="Text 11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ZSQAAFAHAACdKAAA4wgAABAAAAAmAAAACAAAAP//////////"/>
              </a:ext>
            </a:extLst>
          </p:cNvSpPr>
          <p:nvPr/>
        </p:nvSpPr>
        <p:spPr>
          <a:xfrm>
            <a:off x="5916295" y="1188720"/>
            <a:ext cx="6858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800" b="1" cap="none">
                <a:solidFill>
                  <a:srgbClr val="333333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Cargo</a:t>
            </a:r>
            <a:endParaRPr lang="en-us" sz="800" cap="none"/>
          </a:p>
        </p:txBody>
      </p:sp>
      <p:sp>
        <p:nvSpPr>
          <p:cNvPr id="15" name="Shape 12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8PTw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PTwAP///wEAAAAAAAAAAAAAAAAAAAAAAAAAAAAAAAAAAAAAAAAAAAAAAAB/f38A5+bmA8zMzADAwP8Af39/AAAAAAAAAAAAAAAAAAAAAAAAAAAAIQAAABgAAAAUAAAALSkAAFAHAABlLQAA4wgAABAAAAAmAAAACAAAAP//////////"/>
              </a:ext>
            </a:extLst>
          </p:cNvSpPr>
          <p:nvPr/>
        </p:nvSpPr>
        <p:spPr>
          <a:xfrm>
            <a:off x="6693535" y="1188720"/>
            <a:ext cx="685800" cy="255905"/>
          </a:xfrm>
          <a:prstGeom prst="rect">
            <a:avLst/>
          </a:prstGeom>
          <a:solidFill>
            <a:srgbClr val="F0F4F0"/>
          </a:solidFill>
          <a:ln>
            <a:noFill/>
          </a:ln>
          <a:effectLst/>
        </p:spPr>
      </p:sp>
      <p:sp>
        <p:nvSpPr>
          <p:cNvPr id="16" name="Text 13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LSkAAFAHAABlLQAA4wgAABAAAAAmAAAACAAAAP//////////"/>
              </a:ext>
            </a:extLst>
          </p:cNvSpPr>
          <p:nvPr/>
        </p:nvSpPr>
        <p:spPr>
          <a:xfrm>
            <a:off x="6693535" y="1188720"/>
            <a:ext cx="6858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800" b="1" cap="none">
                <a:solidFill>
                  <a:srgbClr val="333333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Órgão</a:t>
            </a:r>
            <a:endParaRPr lang="en-us" sz="800" cap="none"/>
          </a:p>
        </p:txBody>
      </p:sp>
      <p:sp>
        <p:nvSpPr>
          <p:cNvPr id="17" name="Shape 14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XgAAAOT///8cAAAAZAAAAGQAAAAAAAAAy8vLAF4AAADk////HAAAAGQAAABkAAAAAAAAABcAAAAUAAAAAAAAAAAAAAD/fwAA/38AAAAAAAAJAAAABAAAAAAAAAAeAAAAaAAAAAAAAAAAAAAAAAAAAAAAAAAAAAAAECcAABAnAAAAAAAAAAAAAAAAAAAAAAAAAAAAAAAAAAAAAAAAAAAAAFA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MBgAAIgLAAAANgAA+BwAABAAAAAmAAAACAAAAP//////////"/>
              </a:ext>
            </a:extLst>
          </p:cNvSpPr>
          <p:nvPr/>
        </p:nvSpPr>
        <p:spPr>
          <a:xfrm>
            <a:off x="3931920" y="1874520"/>
            <a:ext cx="4846320" cy="2834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145" dir="8100000" algn="bl">
              <a:srgbClr val="000000">
                <a:alpha val="6000"/>
              </a:srgbClr>
            </a:outerShdw>
          </a:effectLst>
        </p:spPr>
      </p:sp>
      <p:sp>
        <p:nvSpPr>
          <p:cNvPr id="18" name="Text 15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CBkAABgMAAAoNQAAgA0AABAAAAAmAAAACAAAAP//////////"/>
              </a:ext>
            </a:extLst>
          </p:cNvSpPr>
          <p:nvPr/>
        </p:nvSpPr>
        <p:spPr>
          <a:xfrm>
            <a:off x="4069080" y="1965960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850" b="1" cap="none">
                <a:solidFill>
                  <a:srgbClr val="2D6A4F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  TRAJETÓRIA DO SERVIDOR</a:t>
            </a:r>
            <a:endParaRPr lang="en-us" sz="850" cap="none"/>
          </a:p>
        </p:txBody>
      </p:sp>
      <p:sp>
        <p:nvSpPr>
          <p:cNvPr id="19" name="Shape 16"/>
          <p:cNvSpPr>
            <a:extLst>
              <a:ext uri="smNativeData">
                <pr:smNativeData xmlns:pr="smNativeData" xmlns="smNativeData" val="SMDATA_15_zxa2aRMAAAAlAAAACg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Lu7uwAo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Lu7uwB/f38A5+bmA8zMzADAwP8Af39/AAAAAAAAAAAAAAAAAAAAAAAAAAAAIQAAABgAAAAUAAAAABsAAKAOAAAAGwAAABsAABAAAAAmAAAACAAAAP//////////"/>
              </a:ext>
            </a:extLst>
          </p:cNvSpPr>
          <p:nvPr/>
        </p:nvSpPr>
        <p:spPr>
          <a:xfrm>
            <a:off x="4389120" y="2377440"/>
            <a:ext cx="0" cy="2011680"/>
          </a:xfrm>
          <a:prstGeom prst="line">
            <a:avLst/>
          </a:prstGeom>
          <a:noFill/>
          <a:ln w="25400" cap="flat" cmpd="sng" algn="ctr">
            <a:solidFill>
              <a:srgbClr val="BBBBBB"/>
            </a:solidFill>
            <a:prstDash val="solid"/>
            <a:headEnd type="none"/>
            <a:tailEnd type="none"/>
          </a:ln>
          <a:effectLst/>
        </p:spPr>
      </p:sp>
      <p:sp>
        <p:nvSpPr>
          <p:cNvPr id="20" name="Shape 17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u7u7AP///wgAAAAAAAAAAAAAAAAAAAAAAAAAAAAAAAAAAAAAeAAAAAEAAABAAAAAAAAAAAAAAABaAAAAAAAAAAAAAAAAAAAAAAAAAAAAAAAAAAAAAAAAAAAAAAAAAAAAAAAAAAAAAAAAAAAAAAAAAAAAAAAAAAAAAAAAAAAAAAAAAAAAFAAAADwAAAABAAAAAAAAALu7u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7u7AP///wEAAAAAAAAAAAAAAAAAAAAAAAAAAAAAAAAAAAAAAAAAALu7uwB/f38A5+bmA8zMzADAwP8Af39/AAAAAAAAAAAAAAAAAAAAAAAAAAAAIQAAABgAAAAUAAAAvxoAAOgOAABBGwAAag8AABAAAAAmAAAACAAAAP//////////"/>
              </a:ext>
            </a:extLst>
          </p:cNvSpPr>
          <p:nvPr/>
        </p:nvSpPr>
        <p:spPr>
          <a:xfrm>
            <a:off x="4347845" y="2423160"/>
            <a:ext cx="82550" cy="82550"/>
          </a:xfrm>
          <a:prstGeom prst="rect">
            <a:avLst/>
          </a:prstGeom>
          <a:solidFill>
            <a:srgbClr val="BBBBBB"/>
          </a:solidFill>
          <a:ln w="12700" cap="flat" cmpd="sng" algn="ctr">
            <a:solidFill>
              <a:srgbClr val="BBBBBB"/>
            </a:solidFill>
            <a:prstDash val="solid"/>
            <a:headEnd type="none"/>
            <a:tailEnd type="none"/>
          </a:ln>
          <a:effectLst/>
        </p:spPr>
      </p:sp>
      <p:sp>
        <p:nvSpPr>
          <p:cNvPr id="21" name="Text 18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aBwAAIMOAACoJwAAow8AABAAAAAmAAAACAAAAP//////////"/>
              </a:ext>
            </a:extLst>
          </p:cNvSpPr>
          <p:nvPr/>
        </p:nvSpPr>
        <p:spPr>
          <a:xfrm>
            <a:off x="4617720" y="2359025"/>
            <a:ext cx="1828800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700" b="1" cap="none">
                <a:solidFill>
                  <a:srgbClr val="666666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2014–2017</a:t>
            </a:r>
            <a:endParaRPr lang="en-us" sz="700" cap="none"/>
          </a:p>
        </p:txBody>
      </p:sp>
      <p:sp>
        <p:nvSpPr>
          <p:cNvPr id="22" name="Text 19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aBwAAHgPAADoMgAA4BAAABAAAAAmAAAACAAAAP//////////"/>
              </a:ext>
            </a:extLst>
          </p:cNvSpPr>
          <p:nvPr/>
        </p:nvSpPr>
        <p:spPr>
          <a:xfrm>
            <a:off x="4617720" y="2514600"/>
            <a:ext cx="36576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900" b="1" cap="none">
                <a:solidFill>
                  <a:srgbClr val="333333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SOF/MPO</a:t>
            </a:r>
            <a:endParaRPr lang="en-us" sz="900" cap="none"/>
          </a:p>
        </p:txBody>
      </p:sp>
      <p:sp>
        <p:nvSpPr>
          <p:cNvPr id="23" name="Shape 20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u7u7AP///wgAAAAAAAAAAAAAAAAAAAAAAAAAAAAAAAAAAAAAeAAAAAEAAABAAAAAAAAAAAAAAABaAAAAAAAAAAAAAAAAAAAAAAAAAAAAAAAAAAAAAAAAAAAAAAAAAAAAAAAAAAAAAAAAAAAAAAAAAAAAAAAAAAAAAAAAAAAAAAAAAAAAFAAAADwAAAABAAAAAAAAALu7u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7u7AP///wEAAAAAAAAAAAAAAAAAAAAAAAAAAAAAAAAAAAAAAAAAALu7uwB/f38A5+bmA8zMzADAwP8Af39/AAAAAAAAAAAAAAAAAAAAAAAAAAAAIQAAABgAAAAUAAAAvxoAAAASAABBGwAAghIAABAAAAAmAAAACAAAAP//////////"/>
              </a:ext>
            </a:extLst>
          </p:cNvSpPr>
          <p:nvPr/>
        </p:nvSpPr>
        <p:spPr>
          <a:xfrm>
            <a:off x="4347845" y="2926080"/>
            <a:ext cx="82550" cy="82550"/>
          </a:xfrm>
          <a:prstGeom prst="rect">
            <a:avLst/>
          </a:prstGeom>
          <a:solidFill>
            <a:srgbClr val="BBBBBB"/>
          </a:solidFill>
          <a:ln w="12700" cap="flat" cmpd="sng" algn="ctr">
            <a:solidFill>
              <a:srgbClr val="BBBBBB"/>
            </a:solidFill>
            <a:prstDash val="solid"/>
            <a:headEnd type="none"/>
            <a:tailEnd type="none"/>
          </a:ln>
          <a:effectLst/>
        </p:spPr>
      </p:sp>
      <p:sp>
        <p:nvSpPr>
          <p:cNvPr id="24" name="Text 21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aBwAAJsRAACoJwAAuxIAABAAAAAmAAAACAAAAP//////////"/>
              </a:ext>
            </a:extLst>
          </p:cNvSpPr>
          <p:nvPr/>
        </p:nvSpPr>
        <p:spPr>
          <a:xfrm>
            <a:off x="4617720" y="2861945"/>
            <a:ext cx="1828800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700" b="1" cap="none">
                <a:solidFill>
                  <a:srgbClr val="666666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2018–2021</a:t>
            </a:r>
            <a:endParaRPr lang="en-us" sz="700" cap="none"/>
          </a:p>
        </p:txBody>
      </p:sp>
      <p:sp>
        <p:nvSpPr>
          <p:cNvPr id="25" name="Text 22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aBwAAJASAADoMgAA+BMAABAAAAAmAAAACAAAAP//////////"/>
              </a:ext>
            </a:extLst>
          </p:cNvSpPr>
          <p:nvPr/>
        </p:nvSpPr>
        <p:spPr>
          <a:xfrm>
            <a:off x="4617720" y="3017520"/>
            <a:ext cx="36576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900" b="1" cap="none">
                <a:solidFill>
                  <a:srgbClr val="333333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Ministério da Economia</a:t>
            </a:r>
            <a:endParaRPr lang="en-us" sz="900" cap="none"/>
          </a:p>
        </p:txBody>
      </p:sp>
      <p:sp>
        <p:nvSpPr>
          <p:cNvPr id="26" name="Shape 23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u7u7AP///wgAAAAAAAAAAAAAAAAAAAAAAAAAAAAAAAAAAAAAeAAAAAEAAABAAAAAAAAAAAAAAABaAAAAAAAAAAAAAAAAAAAAAAAAAAAAAAAAAAAAAAAAAAAAAAAAAAAAAAAAAAAAAAAAAAAAAAAAAAAAAAAAAAAAAAAAAAAAAAAAAAAAFAAAADwAAAABAAAAAAAAALu7u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zs7O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7u7AP///wEAAAAAAAAAAAAAAAAAAAAAAAAAAAAAAAAAAAAAAAAAALu7uwB/f38A5+bmA8zMzADAwP8Af39/AAAAAAAAAAAAAAAAAAAAAAAAAAAAIQAAABgAAAAUAAAAvxoAABgVAABBGwAAmhUAABAAAAAmAAAACAAAAP//////////"/>
              </a:ext>
            </a:extLst>
          </p:cNvSpPr>
          <p:nvPr/>
        </p:nvSpPr>
        <p:spPr>
          <a:xfrm>
            <a:off x="4347845" y="3429000"/>
            <a:ext cx="82550" cy="82550"/>
          </a:xfrm>
          <a:prstGeom prst="rect">
            <a:avLst/>
          </a:prstGeom>
          <a:solidFill>
            <a:srgbClr val="BBBBBB"/>
          </a:solidFill>
          <a:ln w="12700" cap="flat" cmpd="sng" algn="ctr">
            <a:solidFill>
              <a:srgbClr val="BBBBBB"/>
            </a:solidFill>
            <a:prstDash val="solid"/>
            <a:headEnd type="none"/>
            <a:tailEnd type="none"/>
          </a:ln>
          <a:effectLst/>
        </p:spPr>
      </p:sp>
      <p:sp>
        <p:nvSpPr>
          <p:cNvPr id="27" name="Text 24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zt7e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aBwAALMUAACoJwAA0xUAABAAAAAmAAAACAAAAP//////////"/>
              </a:ext>
            </a:extLst>
          </p:cNvSpPr>
          <p:nvPr/>
        </p:nvSpPr>
        <p:spPr>
          <a:xfrm>
            <a:off x="4617720" y="3364865"/>
            <a:ext cx="1828800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700" b="1" cap="none">
                <a:solidFill>
                  <a:srgbClr val="666666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2022–2024</a:t>
            </a:r>
            <a:endParaRPr lang="en-us" sz="700" cap="none"/>
          </a:p>
        </p:txBody>
      </p:sp>
      <p:sp>
        <p:nvSpPr>
          <p:cNvPr id="28" name="Text 25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zs7O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aBwAAKgVAADoMgAAEBcAABAAAAAmAAAACAAAAP//////////"/>
              </a:ext>
            </a:extLst>
          </p:cNvSpPr>
          <p:nvPr/>
        </p:nvSpPr>
        <p:spPr>
          <a:xfrm>
            <a:off x="4617720" y="3520440"/>
            <a:ext cx="36576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900" b="1" cap="none">
                <a:solidFill>
                  <a:srgbClr val="333333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Secretaria de Governo</a:t>
            </a:r>
            <a:endParaRPr lang="en-us" sz="900" cap="none"/>
          </a:p>
        </p:txBody>
      </p:sp>
      <p:sp>
        <p:nvSpPr>
          <p:cNvPr id="29" name="Shape 26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KAAAP///wgAAAAAAAAAAAAAAAAAAAAAAAAAAAAAAAAAAAAAeAAAAAEAAABAAAAAAAAAAAAAAABaAAAAAAAAAAAAAAAAAAAAAAAAAAAAAAAAAAAAAAAAAAAAAAAAAAAAAAAAAAAAAAAAAAAAAAAAAAAAAAAAAAAAAAAAAAAAAAAAAAAAFAAAADwAAAABAAAAAAAAABtDMgAe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vr6u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KAAAP///wEAAAAAAAAAAAAAAAAAAAAAAAAAAAAAAAAAAAAAAAAAABtDMgB/f38A5+bmA8zMzADAwP8Af39/AAAAAAAAAAAAAAAAAAAAAAAAAAAAIQAAABgAAAAUAAAAohoAADAYAABeGwAA6xgAABAAAAAmAAAACAAAAP//////////"/>
              </a:ext>
            </a:extLst>
          </p:cNvSpPr>
          <p:nvPr/>
        </p:nvSpPr>
        <p:spPr>
          <a:xfrm>
            <a:off x="4329430" y="3931920"/>
            <a:ext cx="119380" cy="118745"/>
          </a:xfrm>
          <a:prstGeom prst="rect">
            <a:avLst/>
          </a:prstGeom>
          <a:solidFill>
            <a:srgbClr val="00A000"/>
          </a:solidFill>
          <a:ln w="19050" cap="flat" cmpd="sng" algn="ctr">
            <a:solidFill>
              <a:srgbClr val="1B4332"/>
            </a:solidFill>
            <a:prstDash val="solid"/>
            <a:headEnd type="none"/>
            <a:tailEnd type="none"/>
          </a:ln>
          <a:effectLst/>
        </p:spPr>
      </p:sp>
      <p:sp>
        <p:nvSpPr>
          <p:cNvPr id="30" name="Text 27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vs7O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aBwAAMsXAACoJwAA6xgAABAAAAAmAAAACAAAAP//////////"/>
              </a:ext>
            </a:extLst>
          </p:cNvSpPr>
          <p:nvPr/>
        </p:nvSpPr>
        <p:spPr>
          <a:xfrm>
            <a:off x="4617720" y="3867785"/>
            <a:ext cx="1828800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700" b="1" cap="none">
                <a:solidFill>
                  <a:srgbClr val="00A000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2025–Atual</a:t>
            </a:r>
            <a:endParaRPr lang="en-us" sz="700" cap="none"/>
          </a:p>
        </p:txBody>
      </p:sp>
      <p:sp>
        <p:nvSpPr>
          <p:cNvPr id="31" name="Text 28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zs7e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aBwAAMAYAADoMgAAKBoAABAAAAAmAAAACAAAAP//////////"/>
              </a:ext>
            </a:extLst>
          </p:cNvSpPr>
          <p:nvPr/>
        </p:nvSpPr>
        <p:spPr>
          <a:xfrm>
            <a:off x="4617720" y="4023360"/>
            <a:ext cx="36576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900" b="1" cap="none">
                <a:solidFill>
                  <a:srgbClr val="1B4332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SOF/MPO</a:t>
            </a:r>
            <a:r>
              <a:rPr lang="en-us" sz="6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  ATUAL</a:t>
            </a:r>
            <a:endParaRPr lang="en-us" b="1" cap="none">
              <a:latin typeface="Arial" pitchFamily="2" charset="0"/>
              <a:ea typeface="Arial" pitchFamily="2" charset="0"/>
              <a:cs typeface="Arial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7"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KAA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3s7e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KAAAP///wEAAAAAAAAAAAAAAAAAAAAAAAAAAAAAAAAAAAAAAAAAAAAAAAB/f38A5+bmA8zMzADAwP8Af39/AAAAAAAAAAAAAAAAAAAAAAAAAAAAIQAAABgAAAAUAAAAAAAAAAAAAABAOAAAqAMAABAAAAAmAAAACAAAAP//////////"/>
              </a:ext>
            </a:extLst>
          </p:cNvSpPr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A000"/>
          </a:solidFill>
          <a:ln>
            <a:noFill/>
          </a:ln>
          <a:effectLst/>
        </p:spPr>
      </p:sp>
      <p:sp>
        <p:nvSpPr>
          <p:cNvPr id="3" name="Text 1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vr7O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HMAAABwNQAAiwMAABAAAAAmAAAACAAAAP//////////"/>
              </a:ext>
            </a:extLst>
          </p:cNvSpPr>
          <p:nvPr/>
        </p:nvSpPr>
        <p:spPr>
          <a:xfrm>
            <a:off x="457200" y="73025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600" b="1" cap="none">
                <a:solidFill>
                  <a:srgbClr val="FFFFFF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Tela: Pesquisa e Histórico</a:t>
            </a:r>
            <a:endParaRPr lang="en-us" sz="1600" cap="none"/>
          </a:p>
          <a:p>
            <a:pPr marL="0" indent="0">
              <a:buNone/>
            </a:pPr>
            <a:r>
              <a:rPr lang="en-us" sz="800" b="1" cap="none" spc="27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ESPAÇO RESERVADO PARA MOCKUP</a:t>
            </a:r>
            <a:endParaRPr lang="en-us" sz="16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IiIi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zt6+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IiIiAP///wEAAAAAAAAAAAAAAAAAAAAAAAAAAAAAAAAAAAAAAAAAAAAAAAB/f38A5+bmA8zMzADAwP8Af39/AAAAAAAAAAAAAAAAAAAAAAAAAAAAIQAAABgAAAAUAAAAmDQAAPgcAAArNgAAix4AABAAAAAmAAAACAAAAP//////////"/>
              </a:ext>
            </a:extLst>
          </p:cNvSpPr>
          <p:nvPr/>
        </p:nvSpPr>
        <p:spPr>
          <a:xfrm>
            <a:off x="8549640" y="4709160"/>
            <a:ext cx="255905" cy="255905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</p:sp>
      <p:sp>
        <p:nvSpPr>
          <p:cNvPr id="5" name="Text 3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mDQAAPgcAAArNgAAix4AABAAAAAmAAAACAAAAP//////////"/>
              </a:ext>
            </a:extLst>
          </p:cNvSpPr>
          <p:nvPr/>
        </p:nvSpPr>
        <p:spPr>
          <a:xfrm>
            <a:off x="8549640" y="4709160"/>
            <a:ext cx="255905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7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7</a:t>
            </a:r>
            <a:endParaRPr lang="en-us" sz="700" cap="none"/>
          </a:p>
        </p:txBody>
      </p:sp>
      <p:sp>
        <p:nvSpPr>
          <p:cNvPr id="6" name="Shape 4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hRAAAAAAAAAAAAAAAAAAAAAAAAAAAAAAAAAAAAeAAAAAEAAABAAAAAAAAAAAAAAABaAAAAAAAAAAAAAAAAAAAAAAAAAAAAAAAAAAAAAAAAAAAAAAAAAAAAAAAAAAAAAAAAAAAAAAAAAAAAAAAAAAAAAAAAAAAAAAAAAAAAFAAAADwAAAABAAAAAwAAACVjoAAy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vs7O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CVjoAB/f38A5+bmA8zMzADAwP8Af39/AAAAAAAAAAAAAAAAAAAAAAAAAAAAIQAAABgAAAAUAAAA0AIAAKAFAABwNQAAQB0AABAAAAAmAAAACAAAAP//////////"/>
              </a:ext>
            </a:extLst>
          </p:cNvSpPr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solidFill>
            <a:srgbClr val="FFFFFF">
              <a:alpha val="19000"/>
            </a:srgbClr>
          </a:solidFill>
          <a:ln w="31750" cap="flat" cmpd="sng" algn="ctr">
            <a:solidFill>
              <a:srgbClr val="2563A0"/>
            </a:solidFill>
            <a:prstDash val="dash"/>
            <a:headEnd type="none"/>
            <a:tailEnd type="none"/>
          </a:ln>
          <a:effectLst/>
        </p:spPr>
      </p:sp>
      <p:pic>
        <p:nvPicPr>
          <p:cNvPr id="7" name="Image 0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/ACd2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FAZAAAgCgAA8B4AAMAP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645920"/>
            <a:ext cx="914400" cy="9144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" name="Text 5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3s7e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cAgAAOAQAADQLwAAIBMAABAAAAAmAAAACAAAAP//////////"/>
              </a:ext>
            </a:extLst>
          </p:cNvSpPr>
          <p:nvPr/>
        </p:nvSpPr>
        <p:spPr>
          <a:xfrm>
            <a:off x="1371600" y="2743200"/>
            <a:ext cx="64008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400" b="1" cap="none">
                <a:solidFill>
                  <a:srgbClr val="2563A0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Espaço para Mockup da Tela de Pesquisa</a:t>
            </a:r>
            <a:endParaRPr lang="en-us" sz="1400" cap="none"/>
          </a:p>
        </p:txBody>
      </p:sp>
      <p:sp>
        <p:nvSpPr>
          <p:cNvPr id="9" name="Text 6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zr7O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QAsAALATAAAALQAAYBUAABAAAAAmAAAACAAAAP//////////"/>
              </a:ext>
            </a:extLst>
          </p:cNvSpPr>
          <p:nvPr/>
        </p:nvSpPr>
        <p:spPr>
          <a:xfrm>
            <a:off x="1828800" y="3200400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950" cap="none">
                <a:solidFill>
                  <a:srgbClr val="2563A0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Protótipo será inserido após validação do escopo.</a:t>
            </a:r>
            <a:endParaRPr lang="en-us" sz="95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8"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KAA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KAAAP///wEAAAAAAAAAAAAAAAAAAAAAAAAAAAAAAAAAAAAAAAAAAAAAAAB/f38A5+bmA8zMzADAwP8Af39/AAAAAAAAAAAAAAAAAAAAAAAAAAAAIQAAABgAAAAUAAAAAAAAAAAAAABAOAAAqAMAABAAAAAmAAAACAAAAP//////////"/>
              </a:ext>
            </a:extLst>
          </p:cNvSpPr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A000"/>
          </a:solidFill>
          <a:ln>
            <a:noFill/>
          </a:ln>
          <a:effectLst/>
        </p:spPr>
      </p:sp>
      <p:sp>
        <p:nvSpPr>
          <p:cNvPr id="3" name="Text 1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vs7O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HMAAABwNQAAiwMAABAAAAAmAAAACAAAAP//////////"/>
              </a:ext>
            </a:extLst>
          </p:cNvSpPr>
          <p:nvPr/>
        </p:nvSpPr>
        <p:spPr>
          <a:xfrm>
            <a:off x="457200" y="73025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600" b="1" cap="none">
                <a:solidFill>
                  <a:srgbClr val="FFFFFF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Módulo: Movimentações</a:t>
            </a:r>
            <a:endParaRPr lang="en-us" sz="1600" cap="none"/>
          </a:p>
          <a:p>
            <a:pPr marL="0" indent="0">
              <a:buNone/>
            </a:pPr>
            <a:r>
              <a:rPr lang="en-us" sz="800" b="1" cap="none" spc="27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CESSÃO, REQUISIÇÃO E REDISTRIBUIÇÃO</a:t>
            </a:r>
            <a:endParaRPr lang="en-us" sz="16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IiIi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IiIiAP///wEAAAAAAAAAAAAAAAAAAAAAAAAAAAAAAAAAAAAAAAAAAAAAAAB/f38A5+bmA8zMzADAwP8Af39/AAAAAAAAAAAAAAAAAAAAAAAAAAAAIQAAABgAAAAUAAAAmDQAAPgcAAArNgAAix4AABAAAAAmAAAACAAAAP//////////"/>
              </a:ext>
            </a:extLst>
          </p:cNvSpPr>
          <p:nvPr/>
        </p:nvSpPr>
        <p:spPr>
          <a:xfrm>
            <a:off x="8549640" y="4709160"/>
            <a:ext cx="255905" cy="255905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</p:sp>
      <p:sp>
        <p:nvSpPr>
          <p:cNvPr id="5" name="Text 3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3s6+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mDQAAPgcAAArNgAAix4AABAAAAAmAAAACAAAAP//////////"/>
              </a:ext>
            </a:extLst>
          </p:cNvSpPr>
          <p:nvPr/>
        </p:nvSpPr>
        <p:spPr>
          <a:xfrm>
            <a:off x="8549640" y="4709160"/>
            <a:ext cx="255905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7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8</a:t>
            </a:r>
            <a:endParaRPr lang="en-us" sz="700" cap="none"/>
          </a:p>
        </p:txBody>
      </p:sp>
      <p:pic>
        <p:nvPicPr>
          <p:cNvPr id="6" name="Image 0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B2/wAn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AAAAACoAwAAgBYAAKQf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4360"/>
            <a:ext cx="3657600" cy="454914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Shape 4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XgAAAOT///8cAAAAZAAAAGQAAAAAAAAAy8vLAF4AAADk////HAAAAGQAAABkAAAAAAAAABcAAAAUAAAAAAAAAAAAAAD/fwAA/38AAAAAAAAJAAAABAAAAP////8eAAAAaAAAAAAAAAAAAAAAAAAAAAAAAAAAAAAAECcAABAnAAAAAAAAAAAAAAAAAAAAAAAAAAAAAAAAAAAAAAAAAAAAAFA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MBgAABAFAAAANgAAcBEAABAAAAAmAAAACAAAAP//////////"/>
              </a:ext>
            </a:extLst>
          </p:cNvSpPr>
          <p:nvPr/>
        </p:nvSpPr>
        <p:spPr>
          <a:xfrm>
            <a:off x="3931920" y="822960"/>
            <a:ext cx="484632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145" dir="8100000" algn="bl">
              <a:srgbClr val="000000">
                <a:alpha val="6000"/>
              </a:srgbClr>
            </a:outerShdw>
          </a:effectLst>
        </p:spPr>
      </p:sp>
      <p:sp>
        <p:nvSpPr>
          <p:cNvPr id="8" name="Text 5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CBkAAIMFAAAoNQAA6wYAABAAAAAmAAAACAAAAP//////////"/>
              </a:ext>
            </a:extLst>
          </p:cNvSpPr>
          <p:nvPr/>
        </p:nvSpPr>
        <p:spPr>
          <a:xfrm>
            <a:off x="4069080" y="895985"/>
            <a:ext cx="45720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900" b="1" cap="none">
                <a:solidFill>
                  <a:srgbClr val="40916C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  TIPOS</a:t>
            </a:r>
            <a:endParaRPr lang="en-us" sz="900" cap="none"/>
          </a:p>
        </p:txBody>
      </p:sp>
      <p:sp>
        <p:nvSpPr>
          <p:cNvPr id="9" name="Shape 6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8PTw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j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PTwAP///wEAAAAAAAAAAAAAAAAAAAAAAAAAAAAAAAAAAAAAAAAAAAAAAAB/f38A5+bmA8zMzADAwP8Af39/AAAAAAAAAAAAAAAAAAAAAAAAAAAAIQAAABgAAAAUAAAAUBkAAJgHAABQNAAA2AkAABAAAAAmAAAACAAAAP//////////"/>
              </a:ext>
            </a:extLst>
          </p:cNvSpPr>
          <p:nvPr/>
        </p:nvSpPr>
        <p:spPr>
          <a:xfrm>
            <a:off x="4114800" y="1234440"/>
            <a:ext cx="4389120" cy="365760"/>
          </a:xfrm>
          <a:prstGeom prst="rect">
            <a:avLst/>
          </a:prstGeom>
          <a:solidFill>
            <a:srgbClr val="F0F4F0"/>
          </a:solidFill>
          <a:ln>
            <a:noFill/>
          </a:ln>
          <a:effectLst/>
        </p:spPr>
      </p:sp>
      <p:sp>
        <p:nvSpPr>
          <p:cNvPr id="10" name="Shape 7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QJFs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JFsAP///wEAAAAAAAAAAAAAAAAAAAAAAAAAAAAAAAAAAAAAAAAAAAAAAAB/f38A5+bmA8zMzADAwP8Af39/AAAAAAAAAAAAAAAAAAAAAAAAAAAAIQAAABgAAAAUAAAAUBkAAJgHAACKGQAA2AkAABAAAAAmAAAACAAAAP//////////"/>
              </a:ext>
            </a:extLst>
          </p:cNvSpPr>
          <p:nvPr/>
        </p:nvSpPr>
        <p:spPr>
          <a:xfrm>
            <a:off x="4114800" y="1234440"/>
            <a:ext cx="36830" cy="365760"/>
          </a:xfrm>
          <a:prstGeom prst="rect">
            <a:avLst/>
          </a:prstGeom>
          <a:solidFill>
            <a:srgbClr val="40916C"/>
          </a:solidFill>
          <a:ln>
            <a:noFill/>
          </a:ln>
          <a:effectLst/>
        </p:spPr>
      </p:sp>
      <p:pic>
        <p:nvPicPr>
          <p:cNvPr id="11" name="Image 1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ndv8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HAaAAALCAAArRsAAEgJ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307465"/>
            <a:ext cx="201295" cy="2012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2" name="Text 8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PRwAAJgHAAAdLQAA2AkAABAAAAAmAAAACAAAAP//////////"/>
              </a:ext>
            </a:extLst>
          </p:cNvSpPr>
          <p:nvPr/>
        </p:nvSpPr>
        <p:spPr>
          <a:xfrm>
            <a:off x="4590415" y="1234440"/>
            <a:ext cx="27432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950" b="1" cap="none">
                <a:solidFill>
                  <a:srgbClr val="333333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Cessão</a:t>
            </a:r>
            <a:endParaRPr lang="en-us" sz="950" cap="none"/>
          </a:p>
        </p:txBody>
      </p:sp>
      <p:sp>
        <p:nvSpPr>
          <p:cNvPr id="13" name="Shape 9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8PTw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f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PTwAP///wEAAAAAAAAAAAAAAAAAAAAAAAAAAAAAAAAAAAAAAAAAAAAAAAB/f38A5+bmA8zMzADAwP8Af39/AAAAAAAAAAAAAAAAAAAAAAAAAAAAIQAAABgAAAAUAAAAUBkAAGgKAABQNAAAqAwAABAAAAAmAAAACAAAAP//////////"/>
              </a:ext>
            </a:extLst>
          </p:cNvSpPr>
          <p:nvPr/>
        </p:nvSpPr>
        <p:spPr>
          <a:xfrm>
            <a:off x="4114800" y="1691640"/>
            <a:ext cx="4389120" cy="365760"/>
          </a:xfrm>
          <a:prstGeom prst="rect">
            <a:avLst/>
          </a:prstGeom>
          <a:solidFill>
            <a:srgbClr val="F0F4F0"/>
          </a:solidFill>
          <a:ln>
            <a:noFill/>
          </a:ln>
          <a:effectLst/>
        </p:spPr>
      </p:sp>
      <p:sp>
        <p:nvSpPr>
          <p:cNvPr id="14" name="Shape 10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QJFs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L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JFsAP///wEAAAAAAAAAAAAAAAAAAAAAAAAAAAAAAAAAAAAAAAAAAAAAAAB/f38A5+bmA8zMzADAwP8Af39/AAAAAAAAAAAAAAAAAAAAAAAAAAAAIQAAABgAAAAUAAAAUBkAAGgKAACKGQAAqAwAABAAAAAmAAAACAAAAP//////////"/>
              </a:ext>
            </a:extLst>
          </p:cNvSpPr>
          <p:nvPr/>
        </p:nvSpPr>
        <p:spPr>
          <a:xfrm>
            <a:off x="4114800" y="1691640"/>
            <a:ext cx="36830" cy="365760"/>
          </a:xfrm>
          <a:prstGeom prst="rect">
            <a:avLst/>
          </a:prstGeom>
          <a:solidFill>
            <a:srgbClr val="40916C"/>
          </a:solidFill>
          <a:ln>
            <a:noFill/>
          </a:ln>
          <a:effectLst/>
        </p:spPr>
      </p:sp>
      <p:pic>
        <p:nvPicPr>
          <p:cNvPr id="15" name="Image 2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HAaAADbCgAArRsAABgMAAAQAAAAJgAAAAgAAAD//////////w=="/>
              </a:ext>
            </a:extLst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1764665"/>
            <a:ext cx="201295" cy="2012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6" name="Text 11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v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PRwAAGgKAAAdLQAAqAwAABAAAAAmAAAACAAAAP//////////"/>
              </a:ext>
            </a:extLst>
          </p:cNvSpPr>
          <p:nvPr/>
        </p:nvSpPr>
        <p:spPr>
          <a:xfrm>
            <a:off x="4590415" y="1691640"/>
            <a:ext cx="27432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950" b="1" cap="none">
                <a:solidFill>
                  <a:srgbClr val="333333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Requisição</a:t>
            </a:r>
            <a:endParaRPr lang="en-us" sz="950" cap="none"/>
          </a:p>
        </p:txBody>
      </p:sp>
      <p:sp>
        <p:nvSpPr>
          <p:cNvPr id="17" name="Shape 12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8PTw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PTwAP///wEAAAAAAAAAAAAAAAAAAAAAAAAAAAAAAAAAAAAAAAAAAAAAAAB/f38A5+bmA8zMzADAwP8Af39/AAAAAAAAAAAAAAAAAAAAAAAAAAAAIQAAABgAAAAUAAAAUBkAADgNAABQNAAAeA8AABAAAAAmAAAACAAAAP//////////"/>
              </a:ext>
            </a:extLst>
          </p:cNvSpPr>
          <p:nvPr/>
        </p:nvSpPr>
        <p:spPr>
          <a:xfrm>
            <a:off x="4114800" y="2148840"/>
            <a:ext cx="4389120" cy="365760"/>
          </a:xfrm>
          <a:prstGeom prst="rect">
            <a:avLst/>
          </a:prstGeom>
          <a:solidFill>
            <a:srgbClr val="F0F4F0"/>
          </a:solidFill>
          <a:ln>
            <a:noFill/>
          </a:ln>
          <a:effectLst/>
        </p:spPr>
      </p:sp>
      <p:sp>
        <p:nvSpPr>
          <p:cNvPr id="18" name="Shape 13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QJFs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xiXx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JFsAP///wEAAAAAAAAAAAAAAAAAAAAAAAAAAAAAAAAAAAAAAAAAAAAAAAB/f38A5+bmA8zMzADAwP8Af39/AAAAAAAAAAAAAAAAAAAAAAAAAAAAIQAAABgAAAAUAAAAUBkAADgNAACKGQAAeA8AABAAAAAmAAAACAAAAP//////////"/>
              </a:ext>
            </a:extLst>
          </p:cNvSpPr>
          <p:nvPr/>
        </p:nvSpPr>
        <p:spPr>
          <a:xfrm>
            <a:off x="4114800" y="2148840"/>
            <a:ext cx="36830" cy="365760"/>
          </a:xfrm>
          <a:prstGeom prst="rect">
            <a:avLst/>
          </a:prstGeom>
          <a:solidFill>
            <a:srgbClr val="40916C"/>
          </a:solidFill>
          <a:ln>
            <a:noFill/>
          </a:ln>
          <a:effectLst/>
        </p:spPr>
      </p:sp>
      <p:pic>
        <p:nvPicPr>
          <p:cNvPr id="19" name="Image 3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HAaAACrDQAArRsAAOgOAAAQAAAAJgAAAAgAAAD//////////w=="/>
              </a:ext>
            </a:extLst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2221865"/>
            <a:ext cx="201295" cy="2012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0" name="Text 14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PRwAADgNAAAdLQAAeA8AABAAAAAmAAAACAAAAP//////////"/>
              </a:ext>
            </a:extLst>
          </p:cNvSpPr>
          <p:nvPr/>
        </p:nvSpPr>
        <p:spPr>
          <a:xfrm>
            <a:off x="4590415" y="2148840"/>
            <a:ext cx="27432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950" b="1" cap="none">
                <a:solidFill>
                  <a:srgbClr val="333333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Redistribuição</a:t>
            </a:r>
            <a:endParaRPr lang="en-us" sz="950" cap="none"/>
          </a:p>
        </p:txBody>
      </p:sp>
      <p:sp>
        <p:nvSpPr>
          <p:cNvPr id="21" name="Shape 15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XgAAAOT///8cAAAAZAAAAGQAAAAAAAAAy8vLAF4AAADk////HAAAAGQAAABkAAAAAAAAABcAAAAUAAAAAAAAAAAAAAD/fwAA/38AAAAAAAAJAAAABAAAAMyHZxEeAAAAaAAAAAAAAAAAAAAAAAAAAAAAAAAAAAAAECcAABAnAAAAAAAAAAAAAAAAAAAAAAAAAAAAAAAAAAAAAAAAAAAAAFA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MBgAACATAAAANgAAEBcAABAAAAAmAAAACAAAAP//////////"/>
              </a:ext>
            </a:extLst>
          </p:cNvSpPr>
          <p:nvPr/>
        </p:nvSpPr>
        <p:spPr>
          <a:xfrm>
            <a:off x="3931920" y="3108960"/>
            <a:ext cx="48463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145" dir="8100000" algn="bl">
              <a:srgbClr val="000000">
                <a:alpha val="6000"/>
              </a:srgbClr>
            </a:outerShdw>
          </a:effectLst>
        </p:spPr>
      </p:sp>
      <p:sp>
        <p:nvSpPr>
          <p:cNvPr id="22" name="Shape 16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Cd2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r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Cd2AP///wEAAAAAAAAAAAAAAAAAAAAAAAAAAAAAAAAAAAAAAAAAAAAAAAB/f38A5+bmA8zMzADAwP8Af39/AAAAAAAAAAAAAAAAAAAAAAAAAAAAIQAAABgAAAAUAAAAmBkAAPgTAADwHgAA8BUAABAAAAAmAAAACAAAAP//////////"/>
              </a:ext>
            </a:extLst>
          </p:cNvSpPr>
          <p:nvPr/>
        </p:nvSpPr>
        <p:spPr>
          <a:xfrm>
            <a:off x="4160520" y="3246120"/>
            <a:ext cx="868680" cy="320040"/>
          </a:xfrm>
          <a:prstGeom prst="rect">
            <a:avLst/>
          </a:prstGeom>
          <a:solidFill>
            <a:srgbClr val="002776"/>
          </a:solidFill>
          <a:ln>
            <a:noFill/>
          </a:ln>
          <a:effectLst/>
        </p:spPr>
      </p:sp>
      <p:sp>
        <p:nvSpPr>
          <p:cNvPr id="23" name="Text 17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f27/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mBkAAPgTAADwHgAA8BUAABAAAAAmAAAACAAAAP//////////"/>
              </a:ext>
            </a:extLst>
          </p:cNvSpPr>
          <p:nvPr/>
        </p:nvSpPr>
        <p:spPr>
          <a:xfrm>
            <a:off x="4160520" y="3246120"/>
            <a:ext cx="86868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8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Pedido</a:t>
            </a:r>
            <a:endParaRPr lang="en-us" sz="800" cap="none"/>
          </a:p>
        </p:txBody>
      </p:sp>
      <p:pic>
        <p:nvPicPr>
          <p:cNvPr id="24" name="Image 4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KgeAABAFAAAyB8AAGAVAAAQAAAAJgAAAAgAAAD//////////w=="/>
              </a:ext>
            </a:extLst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3291840"/>
            <a:ext cx="182880" cy="1828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5" name="Shape 18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QJFs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R2Yx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JFsAP///wEAAAAAAAAAAAAAAAAAAAAAAAAAAAAAAAAAAAAAAAAAAAAAAAB/f38A5+bmA8zMzADAwP8Af39/AAAAAAAAAAAAAAAAAAAAAAAAAAAAIQAAABgAAAAUAAAAWCAAAPgTAACwJQAA8BUAABAAAAAmAAAACAAAAP//////////"/>
              </a:ext>
            </a:extLst>
          </p:cNvSpPr>
          <p:nvPr/>
        </p:nvSpPr>
        <p:spPr>
          <a:xfrm>
            <a:off x="5257800" y="3246120"/>
            <a:ext cx="868680" cy="320040"/>
          </a:xfrm>
          <a:prstGeom prst="rect">
            <a:avLst/>
          </a:prstGeom>
          <a:solidFill>
            <a:srgbClr val="40916C"/>
          </a:solidFill>
          <a:ln>
            <a:noFill/>
          </a:ln>
          <a:effectLst/>
        </p:spPr>
      </p:sp>
      <p:sp>
        <p:nvSpPr>
          <p:cNvPr id="26" name="Text 19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T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WCAAAPgTAACwJQAA8BUAABAAAAAmAAAACAAAAP//////////"/>
              </a:ext>
            </a:extLst>
          </p:cNvSpPr>
          <p:nvPr/>
        </p:nvSpPr>
        <p:spPr>
          <a:xfrm>
            <a:off x="5257800" y="3246120"/>
            <a:ext cx="86868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8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Análise</a:t>
            </a:r>
            <a:endParaRPr lang="en-us" sz="800" cap="none"/>
          </a:p>
        </p:txBody>
      </p:sp>
      <p:pic>
        <p:nvPicPr>
          <p:cNvPr id="27" name="Image 5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GglAABAFAAAiCYAAGAVAAAQAAAAJgAAAAgAAAD//////////w=="/>
              </a:ext>
            </a:extLst>
          </p:cNvPicPr>
          <p:nvPr/>
        </p:nvPicPr>
        <p:blipFill>
          <a:blip r:embed="rId7"/>
          <a:stretch>
            <a:fillRect/>
          </a:stretch>
        </p:blipFill>
        <p:spPr>
          <a:xfrm>
            <a:off x="6080760" y="3291840"/>
            <a:ext cx="182880" cy="1828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8" name="Shape 20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KAA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SSax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KAAAP///wEAAAAAAAAAAAAAAAAAAAAAAAAAAAAAAAAAAAAAAAAAAAAAAAB/f38A5+bmA8zMzADAwP8Af39/AAAAAAAAAAAAAAAAAAAAAAAAAAAAIQAAABgAAAAUAAAAGCcAAPgTAABwLAAA8BUAABAAAAAmAAAACAAAAP//////////"/>
              </a:ext>
            </a:extLst>
          </p:cNvSpPr>
          <p:nvPr/>
        </p:nvSpPr>
        <p:spPr>
          <a:xfrm>
            <a:off x="6355080" y="3246120"/>
            <a:ext cx="868680" cy="320040"/>
          </a:xfrm>
          <a:prstGeom prst="rect">
            <a:avLst/>
          </a:prstGeom>
          <a:solidFill>
            <a:srgbClr val="00A000"/>
          </a:solidFill>
          <a:ln>
            <a:noFill/>
          </a:ln>
          <a:effectLst/>
        </p:spPr>
      </p:sp>
      <p:sp>
        <p:nvSpPr>
          <p:cNvPr id="29" name="Text 21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r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CcAAPgTAABwLAAA8BUAABAAAAAmAAAACAAAAP//////////"/>
              </a:ext>
            </a:extLst>
          </p:cNvSpPr>
          <p:nvPr/>
        </p:nvSpPr>
        <p:spPr>
          <a:xfrm>
            <a:off x="6355080" y="3246120"/>
            <a:ext cx="86868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8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Aprovação</a:t>
            </a:r>
            <a:endParaRPr lang="en-us" sz="800" cap="none"/>
          </a:p>
        </p:txBody>
      </p:sp>
      <p:pic>
        <p:nvPicPr>
          <p:cNvPr id="30" name="Image 6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CgsAABAFAAASC0AAGAVAAAQAAAAJgAAAAgAAAD//////////w=="/>
              </a:ext>
            </a:extLst>
          </p:cNvPicPr>
          <p:nvPr/>
        </p:nvPicPr>
        <p:blipFill>
          <a:blip r:embed="rId7"/>
          <a:stretch>
            <a:fillRect/>
          </a:stretch>
        </p:blipFill>
        <p:spPr>
          <a:xfrm>
            <a:off x="7178040" y="3291840"/>
            <a:ext cx="182880" cy="1828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1" name="Shape 22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G0My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0MyAP///wEAAAAAAAAAAAAAAAAAAAAAAAAAAAAAAAAAAAAAAAAAAAAAAAB/f38A5+bmA8zMzADAwP8Af39/AAAAAAAAAAAAAAAAAAAAAAAAAAAAIQAAABgAAAAUAAAA2C0AAPgTAAAwMwAA8BUAABAAAAAmAAAACAAAAP//////////"/>
              </a:ext>
            </a:extLst>
          </p:cNvSpPr>
          <p:nvPr/>
        </p:nvSpPr>
        <p:spPr>
          <a:xfrm>
            <a:off x="7452360" y="3246120"/>
            <a:ext cx="868680" cy="32004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</p:sp>
      <p:sp>
        <p:nvSpPr>
          <p:cNvPr id="32" name="Text 23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2C0AAPgTAAAwMwAA8BUAABAAAAAmAAAACAAAAP//////////"/>
              </a:ext>
            </a:extLst>
          </p:cNvSpPr>
          <p:nvPr/>
        </p:nvSpPr>
        <p:spPr>
          <a:xfrm>
            <a:off x="7452360" y="3246120"/>
            <a:ext cx="86868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8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Efetivação</a:t>
            </a:r>
            <a:endParaRPr lang="en-us" sz="8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9"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KAA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KAAAP///wEAAAAAAAAAAAAAAAAAAAAAAAAAAAAAAAAAAAAAAAAAAAAAAAB/f38A5+bmA8zMzADAwP8Af39/AAAAAAAAAAAAAAAAAAAAAAAAAAAAIQAAABgAAAAUAAAAAAAAAAAAAABAOAAAqAMAABAAAAAmAAAACAAAAP//////////"/>
              </a:ext>
            </a:extLst>
          </p:cNvSpPr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A000"/>
          </a:solidFill>
          <a:ln>
            <a:noFill/>
          </a:ln>
          <a:effectLst/>
        </p:spPr>
      </p:sp>
      <p:sp>
        <p:nvSpPr>
          <p:cNvPr id="3" name="Text 1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r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HMAAABwNQAAiwMAABAAAAAmAAAACAAAAP//////////"/>
              </a:ext>
            </a:extLst>
          </p:cNvSpPr>
          <p:nvPr/>
        </p:nvSpPr>
        <p:spPr>
          <a:xfrm>
            <a:off x="457200" y="73025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600" b="1" cap="none">
                <a:solidFill>
                  <a:srgbClr val="FFFFFF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Módulos Complementares</a:t>
            </a:r>
            <a:endParaRPr lang="en-us" sz="1600" cap="none"/>
          </a:p>
          <a:p>
            <a:pPr marL="0" indent="0">
              <a:buNone/>
            </a:pPr>
            <a:r>
              <a:rPr lang="en-us" sz="800" b="1" cap="none" spc="27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AFASTAMENTOS, CAPACITAÇÃO E GSISTE</a:t>
            </a:r>
            <a:endParaRPr lang="en-us" sz="16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IiIi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v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IiIiAP///wEAAAAAAAAAAAAAAAAAAAAAAAAAAAAAAAAAAAAAAAAAAAAAAAB/f38A5+bmA8zMzADAwP8Af39/AAAAAAAAAAAAAAAAAAAAAAAAAAAAIQAAABgAAAAUAAAAmDQAAPgcAAArNgAAix4AABAAAAAmAAAACAAAAP//////////"/>
              </a:ext>
            </a:extLst>
          </p:cNvSpPr>
          <p:nvPr/>
        </p:nvSpPr>
        <p:spPr>
          <a:xfrm>
            <a:off x="8549640" y="4709160"/>
            <a:ext cx="255905" cy="255905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</p:sp>
      <p:sp>
        <p:nvSpPr>
          <p:cNvPr id="5" name="Text 3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mDQAAPgcAAArNgAAix4AABAAAAAmAAAACAAAAP//////////"/>
              </a:ext>
            </a:extLst>
          </p:cNvSpPr>
          <p:nvPr/>
        </p:nvSpPr>
        <p:spPr>
          <a:xfrm>
            <a:off x="8549640" y="4709160"/>
            <a:ext cx="255905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7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9</a:t>
            </a:r>
            <a:endParaRPr lang="en-us" sz="700" cap="none"/>
          </a:p>
        </p:txBody>
      </p:sp>
      <p:sp>
        <p:nvSpPr>
          <p:cNvPr id="6" name="Shape 4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XgAAAOT///8cAAAAZAAAAGQAAAAAAAAAy8vLAF4AAADk////HAAAAGQAAABkAAAAAAAAABcAAAAUAAAAAAAAAAAAAAD/fwAA/38AAAAAAAAJAAAABAAAAP3///8eAAAAaAAAAAAAAAAAAAAAAAAAAAAAAAAAAAAAECcAABAnAAAAAAAAAAAAAAAAAAAAAAAAAAAAAAAAAAAAAAAAAAAAAFA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qAMAAFgFAADYEgAAuBoAABAAAAAmAAAACAAAAP//////////"/>
              </a:ext>
            </a:extLst>
          </p:cNvSpPr>
          <p:nvPr/>
        </p:nvSpPr>
        <p:spPr>
          <a:xfrm>
            <a:off x="594360" y="868680"/>
            <a:ext cx="246888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145" dir="8100000" algn="bl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wDkr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v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DkrAP///wEAAAAAAAAAAAAAAAAAAAAAAAAAAAAAAAAAAAAAAAAAAAAAAAB/f38A5+bmA8zMzADAwP8Af39/AAAAAAAAAAAAAAAAAAAAAAAAAAAAIQAAABgAAAAUAAAAqAMAAFgFAADwAwAAuBoAABAAAAAmAAAACAAAAP//////////"/>
              </a:ext>
            </a:extLst>
          </p:cNvSpPr>
          <p:nvPr/>
        </p:nvSpPr>
        <p:spPr>
          <a:xfrm>
            <a:off x="594360" y="868680"/>
            <a:ext cx="45720" cy="3474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</p:sp>
      <p:pic>
        <p:nvPicPr>
          <p:cNvPr id="8" name="Image 0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MgEAAAIBwAAUAcAAJAJ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143000"/>
            <a:ext cx="411480" cy="4114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" name="Text 6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GgKAAAAEgAAOA0AABAAAAAmAAAACAAAAP//////////"/>
              </a:ext>
            </a:extLst>
          </p:cNvSpPr>
          <p:nvPr/>
        </p:nvSpPr>
        <p:spPr>
          <a:xfrm>
            <a:off x="731520" y="1691640"/>
            <a:ext cx="219456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100" b="1" cap="none">
                <a:solidFill>
                  <a:srgbClr val="333333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Afastamentos e Licenças</a:t>
            </a:r>
            <a:endParaRPr lang="en-us" sz="1100" cap="none"/>
          </a:p>
        </p:txBody>
      </p:sp>
      <p:sp>
        <p:nvSpPr>
          <p:cNvPr id="10" name="Text 7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MgNAAAAEgAASBIAABAAAAAmAAAACAAAAP//////////"/>
              </a:ext>
            </a:extLst>
          </p:cNvSpPr>
          <p:nvPr/>
        </p:nvSpPr>
        <p:spPr>
          <a:xfrm>
            <a:off x="731520" y="2240280"/>
            <a:ext cx="219456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850" cap="none">
                <a:solidFill>
                  <a:srgbClr val="666666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Registro, monitoramento de prazos e alertas automáticos de retorno ao exercício.</a:t>
            </a:r>
            <a:endParaRPr lang="en-us" sz="850" cap="none"/>
          </a:p>
        </p:txBody>
      </p:sp>
      <p:sp>
        <p:nvSpPr>
          <p:cNvPr id="11" name="Shape 8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XgAAAOT///8cAAAAZAAAAGQAAAAAAAAAy8vLAF4AAADk////HAAAAGQAAABkAAAAAAAAABcAAAAUAAAAAAAAAAAAAAD/fwAA/38AAAAAAAAJAAAABAAAAAAAAAAeAAAAaAAAAAAAAAAAAAAAAAAAAAAAAAAAAAAAECcAABAnAAAAAAAAAAAAAAAAAAAAAAAAAAAAAAAAAAAAAAAAAAAAAFA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iBQAAFgFAAC4IwAAuBoAABAAAAAmAAAACAAAAP//////////"/>
              </a:ext>
            </a:extLst>
          </p:cNvSpPr>
          <p:nvPr/>
        </p:nvSpPr>
        <p:spPr>
          <a:xfrm>
            <a:off x="3337560" y="868680"/>
            <a:ext cx="246888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145" dir="8100000" algn="bl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1IIK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I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1IIKAP///wEAAAAAAAAAAAAAAAAAAAAAAAAAAAAAAAAAAAAAAAAAAAAAAAB/f38A5+bmA8zMzADAwP8Af39/AAAAAAAAAAAAAAAAAAAAAAAAAAAAIQAAABgAAAAUAAAAiBQAAFgFAADQFAAAuBoAABAAAAAmAAAACAAAAP//////////"/>
              </a:ext>
            </a:extLst>
          </p:cNvSpPr>
          <p:nvPr/>
        </p:nvSpPr>
        <p:spPr>
          <a:xfrm>
            <a:off x="3337560" y="868680"/>
            <a:ext cx="45720" cy="3474720"/>
          </a:xfrm>
          <a:prstGeom prst="rect">
            <a:avLst/>
          </a:prstGeom>
          <a:solidFill>
            <a:srgbClr val="D4820A"/>
          </a:solidFill>
          <a:ln>
            <a:noFill/>
          </a:ln>
          <a:effectLst/>
        </p:spPr>
      </p:sp>
      <p:pic>
        <p:nvPicPr>
          <p:cNvPr id="13" name="Image 1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B2/wAn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KgVAAAIBwAAMBgAAJAJ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143000"/>
            <a:ext cx="411480" cy="4114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4" name="Text 10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BUAAGgKAADgIgAAOA0AABAAAAAmAAAACAAAAP//////////"/>
              </a:ext>
            </a:extLst>
          </p:cNvSpPr>
          <p:nvPr/>
        </p:nvSpPr>
        <p:spPr>
          <a:xfrm>
            <a:off x="3474720" y="1691640"/>
            <a:ext cx="219456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100" b="1" cap="none">
                <a:solidFill>
                  <a:srgbClr val="333333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Capacitação e Formação</a:t>
            </a:r>
            <a:endParaRPr lang="en-us" sz="1100" cap="none"/>
          </a:p>
        </p:txBody>
      </p:sp>
      <p:sp>
        <p:nvSpPr>
          <p:cNvPr id="15" name="Text 11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BUAAMgNAADgIgAASBIAABAAAAAmAAAACAAAAP//////////"/>
              </a:ext>
            </a:extLst>
          </p:cNvSpPr>
          <p:nvPr/>
        </p:nvSpPr>
        <p:spPr>
          <a:xfrm>
            <a:off x="3474720" y="2240280"/>
            <a:ext cx="219456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850" cap="none">
                <a:solidFill>
                  <a:srgbClr val="666666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Cursos, especializações, mestrados e qualificações registradas por servidor.</a:t>
            </a:r>
            <a:endParaRPr lang="en-us" sz="850" cap="none"/>
          </a:p>
        </p:txBody>
      </p:sp>
      <p:sp>
        <p:nvSpPr>
          <p:cNvPr id="16" name="Shape 12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XgAAAOT///8cAAAAZAAAAGQAAAAAAAAAy8vLAF4AAADk////HAAAAGQAAABkAAAAAAAAABcAAAAUAAAAAAAAAAAAAAD/fwAA/38AAAAAAAAJAAAABAAAAAAAAAAeAAAAaAAAAAAAAAAAAAAAAAAAAAAAAAAAAAAAECcAABAnAAAAAAAAAAAAAAAAAAAAAAAAAAAAAAAAAAAAAAAAAAAAAFA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aCUAAFgFAACYNAAAuBoAABAAAAAmAAAACAAAAP//////////"/>
              </a:ext>
            </a:extLst>
          </p:cNvSpPr>
          <p:nvPr/>
        </p:nvSpPr>
        <p:spPr>
          <a:xfrm>
            <a:off x="6080760" y="868680"/>
            <a:ext cx="246888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145" dir="8100000" algn="bl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G0My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0MyAP///wEAAAAAAAAAAAAAAAAAAAAAAAAAAAAAAAAAAAAAAAAAAAAAAAB/f38A5+bmA8zMzADAwP8Af39/AAAAAAAAAAAAAAAAAAAAAAAAAAAAIQAAABgAAAAUAAAAaCUAAFgFAACwJQAAuBoAABAAAAAmAAAACAAAAP//////////"/>
              </a:ext>
            </a:extLst>
          </p:cNvSpPr>
          <p:nvPr/>
        </p:nvSpPr>
        <p:spPr>
          <a:xfrm>
            <a:off x="6080760" y="868680"/>
            <a:ext cx="45720" cy="347472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</p:sp>
      <p:pic>
        <p:nvPicPr>
          <p:cNvPr id="18" name="Image 2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IgmAAAIBwAAECkAAJAJAAAQAAAAJgAAAAgAAAD//////////w=="/>
              </a:ext>
            </a:extLst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143000"/>
            <a:ext cx="411480" cy="4114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9" name="Text 14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QCYAAGgKAADAMwAAOA0AABAAAAAmAAAACAAAAP//////////"/>
              </a:ext>
            </a:extLst>
          </p:cNvSpPr>
          <p:nvPr/>
        </p:nvSpPr>
        <p:spPr>
          <a:xfrm>
            <a:off x="6217920" y="1691640"/>
            <a:ext cx="219456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100" b="1" cap="none">
                <a:solidFill>
                  <a:srgbClr val="333333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Controle de GSISTE</a:t>
            </a:r>
            <a:endParaRPr lang="en-us" sz="1100" cap="none"/>
          </a:p>
        </p:txBody>
      </p:sp>
      <p:sp>
        <p:nvSpPr>
          <p:cNvPr id="20" name="Text 15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QCYAAMgNAADAMwAASBIAABAAAAAmAAAACAAAAP//////////"/>
              </a:ext>
            </a:extLst>
          </p:cNvSpPr>
          <p:nvPr/>
        </p:nvSpPr>
        <p:spPr>
          <a:xfrm>
            <a:off x="6217920" y="2240280"/>
            <a:ext cx="219456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850" cap="none">
                <a:solidFill>
                  <a:srgbClr val="666666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Ocupantes, vagas disponíveis, relatórios de ocupação e histórico de gratificações.</a:t>
            </a:r>
            <a:endParaRPr lang="en-us" sz="85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0"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KAA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KAAAP///wEAAAAAAAAAAAAAAAAAAAAAAAAAAAAAAAAAAAAAAAAAAAAAAAB/f38A5+bmA8zMzADAwP8Af39/AAAAAAAAAAAAAAAAAAAAAAAAAAAAIQAAABgAAAAUAAAAAAAAAAAAAABAOAAAqAMAABAAAAAmAAAACAAAAP//////////"/>
              </a:ext>
            </a:extLst>
          </p:cNvSpPr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A000"/>
          </a:solidFill>
          <a:ln>
            <a:noFill/>
          </a:ln>
          <a:effectLst/>
        </p:spPr>
      </p:sp>
      <p:sp>
        <p:nvSpPr>
          <p:cNvPr id="3" name="Text 1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HMAAABwNQAAiwMAABAAAAAmAAAACAAAAP//////////"/>
              </a:ext>
            </a:extLst>
          </p:cNvSpPr>
          <p:nvPr/>
        </p:nvSpPr>
        <p:spPr>
          <a:xfrm>
            <a:off x="457200" y="73025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600" b="1" cap="none">
                <a:solidFill>
                  <a:srgbClr val="FFFFFF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Fontes de Dados</a:t>
            </a:r>
            <a:endParaRPr lang="en-us" sz="1600" cap="none"/>
          </a:p>
          <a:p>
            <a:pPr marL="0" indent="0">
              <a:buNone/>
            </a:pPr>
            <a:r>
              <a:rPr lang="en-us" sz="800" b="1" cap="none" spc="27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BASES QUE ALIMENTAM O SAC/PO</a:t>
            </a:r>
            <a:endParaRPr lang="en-us" sz="16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IiIi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IiIiAP///wEAAAAAAAAAAAAAAAAAAAAAAAAAAAAAAAAAAAAAAAAAAAAAAAB/f38A5+bmA8zMzADAwP8Af39/AAAAAAAAAAAAAAAAAAAAAAAAAAAAIQAAABgAAAAUAAAAmDQAAPgcAAArNgAAix4AABAAAAAmAAAACAAAAP//////////"/>
              </a:ext>
            </a:extLst>
          </p:cNvSpPr>
          <p:nvPr/>
        </p:nvSpPr>
        <p:spPr>
          <a:xfrm>
            <a:off x="8549640" y="4709160"/>
            <a:ext cx="255905" cy="255905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</p:sp>
      <p:sp>
        <p:nvSpPr>
          <p:cNvPr id="5" name="Text 3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mDQAAPgcAAArNgAAix4AABAAAAAmAAAACAAAAP//////////"/>
              </a:ext>
            </a:extLst>
          </p:cNvSpPr>
          <p:nvPr/>
        </p:nvSpPr>
        <p:spPr>
          <a:xfrm>
            <a:off x="8549640" y="4709160"/>
            <a:ext cx="255905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7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10</a:t>
            </a:r>
            <a:endParaRPr lang="en-us" sz="700" cap="none"/>
          </a:p>
        </p:txBody>
      </p:sp>
      <p:pic>
        <p:nvPicPr>
          <p:cNvPr id="6" name="Image 0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AAAAACoAwAAgBYAAKQf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4360"/>
            <a:ext cx="3657600" cy="454914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Shape 4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XgAAAOT///8cAAAAZAAAAGQAAAAAAAAAy8vLAF4AAADk////HAAAAGQAAABkAAAAAAAAABcAAAAUAAAAAAAAAAAAAAD/fwAA/38AAAAAAAAJAAAABAAAAAAAAAAeAAAAaAAAAAAAAAAAAAAAAAAAAAAAAAAAAAAAECcAABAnAAAAAAAAAAAAAAAAAAAAAAAAAAAAAAAAAAAAAAAAAAAAAFA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MBgAAKAFAAAANgAAaAoAABAAAAAmAAAACAAAAP//////////"/>
              </a:ext>
            </a:extLst>
          </p:cNvSpPr>
          <p:nvPr/>
        </p:nvSpPr>
        <p:spPr>
          <a:xfrm>
            <a:off x="3931920" y="914400"/>
            <a:ext cx="484632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145" dir="8100000" algn="bl">
              <a:srgbClr val="000000">
                <a:alpha val="6000"/>
              </a:srgbClr>
            </a:outerShdw>
          </a:effectLst>
        </p:spPr>
      </p:sp>
      <p:sp>
        <p:nvSpPr>
          <p:cNvPr id="8" name="Shape 5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Cd2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Cd2AP///wEAAAAAAAAAAAAAAAAAAAAAAAAAAAAAAAAAAAAAAAAAAAAAAAB/f38A5+bmA8zMzADAwP8Af39/AAAAAAAAAAAAAAAAAAAAAAAAAAAAIQAAABgAAAAUAAAAMBgAAKAFAABqGAAAaAoAABAAAAAmAAAACAAAAP//////////"/>
              </a:ext>
            </a:extLst>
          </p:cNvSpPr>
          <p:nvPr/>
        </p:nvSpPr>
        <p:spPr>
          <a:xfrm>
            <a:off x="3931920" y="914400"/>
            <a:ext cx="36830" cy="777240"/>
          </a:xfrm>
          <a:prstGeom prst="rect">
            <a:avLst/>
          </a:prstGeom>
          <a:solidFill>
            <a:srgbClr val="002776"/>
          </a:solidFill>
          <a:ln>
            <a:noFill/>
          </a:ln>
          <a:effectLst/>
        </p:spPr>
      </p:sp>
      <p:sp>
        <p:nvSpPr>
          <p:cNvPr id="9" name="Shape 6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Cd2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Cd2AP///wEAAAAAAAAAAAAAAAAAAAAAAAAAAAAAAAAAAAAAAAAAAAAAAAB/f38A5+bmA8zMzADAwP8Af39/AAAAAAAAAAAAAAAAAAAAAAAAAAAAIQAAABgAAAAUAAAAUBkAAHgGAADYGwAAAAkAABAAAAAmAAAACAAAAP//////////"/>
              </a:ext>
            </a:extLst>
          </p:cNvSpPr>
          <p:nvPr/>
        </p:nvSpPr>
        <p:spPr>
          <a:xfrm>
            <a:off x="4114800" y="1051560"/>
            <a:ext cx="411480" cy="411480"/>
          </a:xfrm>
          <a:prstGeom prst="rect">
            <a:avLst/>
          </a:prstGeom>
          <a:solidFill>
            <a:srgbClr val="002776"/>
          </a:solidFill>
          <a:ln>
            <a:noFill/>
          </a:ln>
          <a:effectLst/>
        </p:spPr>
      </p:sp>
      <p:pic>
        <p:nvPicPr>
          <p:cNvPr id="10" name="Image 1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LUZAADdBgAAZRsAAI0I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4178935" y="1115695"/>
            <a:ext cx="274320" cy="2743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 7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sBwAAHgGAAAwMwAAKAgAABAAAAAmAAAACAAAAP//////////"/>
              </a:ext>
            </a:extLst>
          </p:cNvSpPr>
          <p:nvPr/>
        </p:nvSpPr>
        <p:spPr>
          <a:xfrm>
            <a:off x="4663440" y="1051560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000" b="1" cap="none">
                <a:solidFill>
                  <a:srgbClr val="002776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SIAPE</a:t>
            </a:r>
            <a:endParaRPr lang="en-us" sz="1000" cap="none"/>
          </a:p>
        </p:txBody>
      </p:sp>
      <p:sp>
        <p:nvSpPr>
          <p:cNvPr id="12" name="Text 8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sBwAAP0HAAAwMwAAZQkAABAAAAAmAAAACAAAAP//////////"/>
              </a:ext>
            </a:extLst>
          </p:cNvSpPr>
          <p:nvPr/>
        </p:nvSpPr>
        <p:spPr>
          <a:xfrm>
            <a:off x="4663440" y="1298575"/>
            <a:ext cx="36576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850" cap="none">
                <a:solidFill>
                  <a:srgbClr val="666666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Cadastro funcional, vínculos e lotação</a:t>
            </a:r>
            <a:endParaRPr lang="en-us" sz="850" cap="none"/>
          </a:p>
        </p:txBody>
      </p:sp>
      <p:sp>
        <p:nvSpPr>
          <p:cNvPr id="13" name="Shape 9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XgAAAOT///8cAAAAZAAAAGQAAAAAAAAAy8vLAF4AAADk////HAAAAGQAAABkAAAAAAAAABcAAAAUAAAAAAAAAAAAAAD/fwAA/38AAAAAAAAJAAAABAAAAAAAAAAeAAAAaAAAAAAAAAAAAAAAAAAAAAAAAAAAAAAAECcAABAnAAAAAAAAAAAAAAAAAAAAAAAAAAAAAAAAAAAAAAAAAAAAAFA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MBgAAIgLAAAANgAAUBAAABAAAAAmAAAACAAAAP//////////"/>
              </a:ext>
            </a:extLst>
          </p:cNvSpPr>
          <p:nvPr/>
        </p:nvSpPr>
        <p:spPr>
          <a:xfrm>
            <a:off x="3931920" y="1874520"/>
            <a:ext cx="484632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145" dir="8100000" algn="bl">
              <a:srgbClr val="000000">
                <a:alpha val="6000"/>
              </a:srgbClr>
            </a:outerShdw>
          </a:effectLst>
        </p:spPr>
      </p:sp>
      <p:sp>
        <p:nvSpPr>
          <p:cNvPr id="14" name="Shape 10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KAA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xbih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KAAAP///wEAAAAAAAAAAAAAAAAAAAAAAAAAAAAAAAAAAAAAAAAAAAAAAAB/f38A5+bmA8zMzADAwP8Af39/AAAAAAAAAAAAAAAAAAAAAAAAAAAAIQAAABgAAAAUAAAAMBgAAIgLAABqGAAAUBAAABAAAAAmAAAACAAAAP//////////"/>
              </a:ext>
            </a:extLst>
          </p:cNvSpPr>
          <p:nvPr/>
        </p:nvSpPr>
        <p:spPr>
          <a:xfrm>
            <a:off x="3931920" y="1874520"/>
            <a:ext cx="36830" cy="777240"/>
          </a:xfrm>
          <a:prstGeom prst="rect">
            <a:avLst/>
          </a:prstGeom>
          <a:solidFill>
            <a:srgbClr val="00A000"/>
          </a:solidFill>
          <a:ln>
            <a:noFill/>
          </a:ln>
          <a:effectLst/>
        </p:spPr>
      </p:sp>
      <p:sp>
        <p:nvSpPr>
          <p:cNvPr id="15" name="Shape 11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KAA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KAAAP///wEAAAAAAAAAAAAAAAAAAAAAAAAAAAAAAAAAAAAAAAAAAAAAAAB/f38A5+bmA8zMzADAwP8Af39/AAAAAAAAAAAAAAAAAAAAAAAAAAAAIQAAABgAAAAUAAAAUBkAAGAMAADYGwAA6A4AABAAAAAmAAAACAAAAP//////////"/>
              </a:ext>
            </a:extLst>
          </p:cNvSpPr>
          <p:nvPr/>
        </p:nvSpPr>
        <p:spPr>
          <a:xfrm>
            <a:off x="4114800" y="2011680"/>
            <a:ext cx="411480" cy="411480"/>
          </a:xfrm>
          <a:prstGeom prst="rect">
            <a:avLst/>
          </a:prstGeom>
          <a:solidFill>
            <a:srgbClr val="00A000"/>
          </a:solidFill>
          <a:ln>
            <a:noFill/>
          </a:ln>
          <a:effectLst/>
        </p:spPr>
      </p:sp>
      <p:pic>
        <p:nvPicPr>
          <p:cNvPr id="16" name="Image 2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QBgU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LUZAADFDAAAZRsAAHUOAAAQAAAAJgAAAAgAAAD//////////w=="/>
              </a:ext>
            </a:extLst>
          </p:cNvPicPr>
          <p:nvPr/>
        </p:nvPicPr>
        <p:blipFill>
          <a:blip r:embed="rId5"/>
          <a:stretch>
            <a:fillRect/>
          </a:stretch>
        </p:blipFill>
        <p:spPr>
          <a:xfrm>
            <a:off x="4178935" y="2075815"/>
            <a:ext cx="274320" cy="2743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7" name="Text 12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sBwAAGAMAAAwMwAAEA4AABAAAAAmAAAACAAAAP//////////"/>
              </a:ext>
            </a:extLst>
          </p:cNvSpPr>
          <p:nvPr/>
        </p:nvSpPr>
        <p:spPr>
          <a:xfrm>
            <a:off x="4663440" y="2011680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000" b="1" cap="none">
                <a:solidFill>
                  <a:srgbClr val="00A000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SEI</a:t>
            </a:r>
            <a:endParaRPr lang="en-us" sz="1000" cap="none"/>
          </a:p>
        </p:txBody>
      </p:sp>
      <p:sp>
        <p:nvSpPr>
          <p:cNvPr id="18" name="Text 13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Ka1a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sBwAAOUNAAAwMwAATQ8AABAAAAAmAAAACAAAAP//////////"/>
              </a:ext>
            </a:extLst>
          </p:cNvSpPr>
          <p:nvPr/>
        </p:nvSpPr>
        <p:spPr>
          <a:xfrm>
            <a:off x="4663440" y="2258695"/>
            <a:ext cx="36576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850" cap="none">
                <a:solidFill>
                  <a:srgbClr val="666666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Processos e portarias de movimentação</a:t>
            </a:r>
            <a:endParaRPr lang="en-us" sz="850" cap="none"/>
          </a:p>
        </p:txBody>
      </p:sp>
      <p:sp>
        <p:nvSpPr>
          <p:cNvPr id="19" name="Shape 14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XgAAAOT///8cAAAAZAAAAGQAAAAAAAAAy8vLAF4AAADk////HAAAAGQAAABkAAAAAAAAABcAAAAUAAAAAAAAAAAAAAD/fwAA/38AAAAAAAAJAAAABAAAAGttP9QeAAAAaAAAAAAAAAAAAAAAAAAAAAAAAAAAAAAAECcAABAnAAAAAAAAAAAAAAAAAAAAAAAAAAAAAAAAAAAAAAAAAAAAAFA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MBgAAHARAAAANgAAOBYAABAAAAAmAAAACAAAAP//////////"/>
              </a:ext>
            </a:extLst>
          </p:cNvSpPr>
          <p:nvPr/>
        </p:nvSpPr>
        <p:spPr>
          <a:xfrm>
            <a:off x="3931920" y="2834640"/>
            <a:ext cx="484632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145" dir="8100000" algn="bl">
              <a:srgbClr val="000000">
                <a:alpha val="6000"/>
              </a:srgbClr>
            </a:outerShdw>
          </a:effectLst>
        </p:spPr>
      </p:sp>
      <p:sp>
        <p:nvSpPr>
          <p:cNvPr id="20" name="Shape 15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LWpP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SjlF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WpPAP///wEAAAAAAAAAAAAAAAAAAAAAAAAAAAAAAAAAAAAAAAAAAAAAAAB/f38A5+bmA8zMzADAwP8Af39/AAAAAAAAAAAAAAAAAAAAAAAAAAAAIQAAABgAAAAUAAAAMBgAAHARAABqGAAAOBYAABAAAAAmAAAACAAAAP//////////"/>
              </a:ext>
            </a:extLst>
          </p:cNvSpPr>
          <p:nvPr/>
        </p:nvSpPr>
        <p:spPr>
          <a:xfrm>
            <a:off x="3931920" y="2834640"/>
            <a:ext cx="36830" cy="77724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</p:sp>
      <p:sp>
        <p:nvSpPr>
          <p:cNvPr id="21" name="Shape 16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LWpP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Bw/39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WpPAP///wEAAAAAAAAAAAAAAAAAAAAAAAAAAAAAAAAAAAAAAAAAAAAAAAB/f38A5+bmA8zMzADAwP8Af39/AAAAAAAAAAAAAAAAAAAAAAAAAAAAIQAAABgAAAAUAAAAUBkAAEgSAADYGwAA0BQAABAAAAAmAAAACAAAAP//////////"/>
              </a:ext>
            </a:extLst>
          </p:cNvSpPr>
          <p:nvPr/>
        </p:nvSpPr>
        <p:spPr>
          <a:xfrm>
            <a:off x="4114800" y="2971800"/>
            <a:ext cx="411480" cy="41148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</p:sp>
      <p:pic>
        <p:nvPicPr>
          <p:cNvPr id="22" name="Image 3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Zw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LUZAACtEgAAZRsAAF0UAAAQAAAAJgAAAAgAAAD//////////w=="/>
              </a:ext>
            </a:extLst>
          </p:cNvPicPr>
          <p:nvPr/>
        </p:nvPicPr>
        <p:blipFill>
          <a:blip r:embed="rId6"/>
          <a:stretch>
            <a:fillRect/>
          </a:stretch>
        </p:blipFill>
        <p:spPr>
          <a:xfrm>
            <a:off x="4178935" y="3035935"/>
            <a:ext cx="274320" cy="2743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3" name="Text 17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NyIoV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sBwAAEgSAAAwMwAA+BMAABAAAAAmAAAACAAAAP//////////"/>
              </a:ext>
            </a:extLst>
          </p:cNvSpPr>
          <p:nvPr/>
        </p:nvSpPr>
        <p:spPr>
          <a:xfrm>
            <a:off x="4663440" y="2971800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000" b="1" cap="none">
                <a:solidFill>
                  <a:srgbClr val="2D6A4F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DOU</a:t>
            </a:r>
            <a:endParaRPr lang="en-us" sz="1000" cap="none"/>
          </a:p>
        </p:txBody>
      </p:sp>
      <p:sp>
        <p:nvSpPr>
          <p:cNvPr id="24" name="Text 18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Mw4n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sBwAAM0TAAAwMwAANRUAABAAAAAmAAAACAAAAP//////////"/>
              </a:ext>
            </a:extLst>
          </p:cNvSpPr>
          <p:nvPr/>
        </p:nvSpPr>
        <p:spPr>
          <a:xfrm>
            <a:off x="4663440" y="3218815"/>
            <a:ext cx="36576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850" cap="none">
                <a:solidFill>
                  <a:srgbClr val="666666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Publicações de nomeação e exoneração</a:t>
            </a:r>
            <a:endParaRPr lang="en-us" sz="850" cap="none"/>
          </a:p>
        </p:txBody>
      </p:sp>
      <p:sp>
        <p:nvSpPr>
          <p:cNvPr id="25" name="Shape 19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XgAAAOT///8cAAAAZAAAAGQAAAAAAAAAy8vLAF4AAADk////HAAAAGQAAABkAAAAAAAAABcAAAAUAAAAAAAAAAAAAAD/fwAA/38AAAAAAAAJAAAABAAAANCZe3YeAAAAaAAAAAAAAAAAAAAAAAAAAAAAAAAAAAAAECcAABAnAAAAAAAAAAAAAAAAAAAAAAAAAAAAAAAAAAAAAAAAAAAAAFA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MBgAAFgXAAAANgAAIBwAABAAAAAmAAAACAAAAP//////////"/>
              </a:ext>
            </a:extLst>
          </p:cNvSpPr>
          <p:nvPr/>
        </p:nvSpPr>
        <p:spPr>
          <a:xfrm>
            <a:off x="3931920" y="3794760"/>
            <a:ext cx="484632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145" dir="8100000" algn="bl">
              <a:srgbClr val="000000">
                <a:alpha val="6000"/>
              </a:srgbClr>
            </a:outerShdw>
          </a:effectLst>
        </p:spPr>
      </p:sp>
      <p:sp>
        <p:nvSpPr>
          <p:cNvPr id="26" name="Shape 20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ZmZm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JV6V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ZmZmAP///wEAAAAAAAAAAAAAAAAAAAAAAAAAAAAAAAAAAAAAAAAAAAAAAAB/f38A5+bmA8zMzADAwP8Af39/AAAAAAAAAAAAAAAAAAAAAAAAAAAAIQAAABgAAAAUAAAAMBgAAFgXAABqGAAAIBwAABAAAAAmAAAACAAAAP//////////"/>
              </a:ext>
            </a:extLst>
          </p:cNvSpPr>
          <p:nvPr/>
        </p:nvSpPr>
        <p:spPr>
          <a:xfrm>
            <a:off x="3931920" y="3794760"/>
            <a:ext cx="36830" cy="77724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</p:sp>
      <p:sp>
        <p:nvSpPr>
          <p:cNvPr id="27" name="Shape 21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ZmZm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N30+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ZmZmAP///wEAAAAAAAAAAAAAAAAAAAAAAAAAAAAAAAAAAAAAAAAAAAAAAAB/f38A5+bmA8zMzADAwP8Af39/AAAAAAAAAAAAAAAAAAAAAAAAAAAAIQAAABgAAAAUAAAAUBkAADAYAADYGwAAuBoAABAAAAAmAAAACAAAAP//////////"/>
              </a:ext>
            </a:extLst>
          </p:cNvSpPr>
          <p:nvPr/>
        </p:nvSpPr>
        <p:spPr>
          <a:xfrm>
            <a:off x="4114800" y="3931920"/>
            <a:ext cx="411480" cy="41148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</p:sp>
      <p:pic>
        <p:nvPicPr>
          <p:cNvPr id="28" name="Image 4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LUZAACVGAAAZRsAAEUaAAAQAAAAJgAAAAgAAAD//////////w=="/>
              </a:ext>
            </a:extLst>
          </p:cNvPicPr>
          <p:nvPr/>
        </p:nvPicPr>
        <p:blipFill>
          <a:blip r:embed="rId7"/>
          <a:stretch>
            <a:fillRect/>
          </a:stretch>
        </p:blipFill>
        <p:spPr>
          <a:xfrm>
            <a:off x="4178935" y="3996055"/>
            <a:ext cx="274320" cy="2743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9" name="Text 22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634d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sBwAADAYAAAwMwAA4BkAABAAAAAmAAAACAAAAP//////////"/>
              </a:ext>
            </a:extLst>
          </p:cNvSpPr>
          <p:nvPr/>
        </p:nvSpPr>
        <p:spPr>
          <a:xfrm>
            <a:off x="4663440" y="3931920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000" b="1" cap="none">
                <a:solidFill>
                  <a:srgbClr val="666666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AFD e Documentos</a:t>
            </a:r>
            <a:endParaRPr lang="en-us" sz="1000" cap="none"/>
          </a:p>
        </p:txBody>
      </p:sp>
      <p:sp>
        <p:nvSpPr>
          <p:cNvPr id="30" name="Text 23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S+5d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sBwAALUZAAAwMwAAHRsAABAAAAAmAAAACAAAAP//////////"/>
              </a:ext>
            </a:extLst>
          </p:cNvSpPr>
          <p:nvPr/>
        </p:nvSpPr>
        <p:spPr>
          <a:xfrm>
            <a:off x="4663440" y="4178935"/>
            <a:ext cx="36576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850" cap="none">
                <a:solidFill>
                  <a:srgbClr val="666666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Registros históricos e pastas físicas</a:t>
            </a:r>
            <a:endParaRPr lang="en-us" sz="85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AUAALABAACgMgAAoAUAABAAAAAmAAAACAAAAP//////////"/>
              </a:ext>
            </a:extLst>
          </p:cNvSpPr>
          <p:nvPr/>
        </p:nvSpPr>
        <p:spPr>
          <a:xfrm>
            <a:off x="914400" y="274320"/>
            <a:ext cx="731520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2200" b="1" cap="none">
                <a:solidFill>
                  <a:srgbClr val="1B4332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Escopo Atual vs. Previsto</a:t>
            </a:r>
            <a:endParaRPr lang="en-us" sz="2200" cap="none"/>
          </a:p>
        </p:txBody>
      </p:sp>
      <p:sp>
        <p:nvSpPr>
          <p:cNvPr id="3" name="Shape 1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v95a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4InG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95aAP///wEAAAAAAAAAAAAAAAAAAAAAAAAAAAAAAAAAAAAAAAAAAAAAAAB/f38A5+bmA8zMzADAwP8Af39/AAAAAAAAAAAAAAAAAAAAAAAAAAAAIQAAABgAAAAUAAAAEBcAAKAFAAAwIQAA2gUAABAAAAAmAAAACAAAAP//////////"/>
              </a:ext>
            </a:extLst>
          </p:cNvSpPr>
          <p:nvPr/>
        </p:nvSpPr>
        <p:spPr>
          <a:xfrm>
            <a:off x="3749040" y="914400"/>
            <a:ext cx="1645920" cy="36830"/>
          </a:xfrm>
          <a:prstGeom prst="rect">
            <a:avLst/>
          </a:prstGeom>
          <a:solidFill>
            <a:srgbClr val="BFDE5A"/>
          </a:solidFill>
          <a:ln>
            <a:noFill/>
          </a:ln>
          <a:effectLst/>
        </p:spPr>
      </p:sp>
      <p:sp>
        <p:nvSpPr>
          <p:cNvPr id="4" name="Shape 2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XgAAAOT///8cAAAAZAAAAGQAAAAAAAAAy8vLAF4AAADk////HAAAAGQAAABkAAAAAAAAABcAAAAUAAAAAAAAAAAAAAD/fwAA/38AAAAAAAAJAAAABAAAAKG/VOgeAAAAaAAAAAAAAAAAAAAAAAAAAAAAAAAAAAAAECcAABAnAAAAAAAAAAAAAAAAAAAAAAAAAAAAAAAAAAAAAAAAAAAAAFA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FAHAAAAGwAAkBsAABAAAAAmAAAACAAAAP//////////"/>
              </a:ext>
            </a:extLst>
          </p:cNvSpPr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145" dir="8100000" algn="bl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KAA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M52p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KAAAP///wEAAAAAAAAAAAAAAAAAAAAAAAAAAAAAAAAAAAAAAAAAAAAAAAB/f38A5+bmA8zMzADAwP8Af39/AAAAAAAAAAAAAAAAAAAAAAAAAAAAIQAAABgAAAAUAAAA0AIAAFAHAAAAGwAAigcAABAAAAAmAAAACAAAAP//////////"/>
              </a:ext>
            </a:extLst>
          </p:cNvSpPr>
          <p:nvPr/>
        </p:nvSpPr>
        <p:spPr>
          <a:xfrm>
            <a:off x="457200" y="1188720"/>
            <a:ext cx="3931920" cy="36830"/>
          </a:xfrm>
          <a:prstGeom prst="rect">
            <a:avLst/>
          </a:prstGeom>
          <a:solidFill>
            <a:srgbClr val="00A000"/>
          </a:solidFill>
          <a:ln>
            <a:noFill/>
          </a:ln>
          <a:effectLst/>
        </p:spPr>
      </p:sp>
      <p:pic>
        <p:nvPicPr>
          <p:cNvPr id="6" name="Image 0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ADAAC4CAAAoAUAAGgK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274320" cy="2743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Text 4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x3lh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MAYAALgIAAAQFwAAaAoAABAAAAAmAAAACAAAAP//////////"/>
              </a:ext>
            </a:extLst>
          </p:cNvSpPr>
          <p:nvPr/>
        </p:nvSpPr>
        <p:spPr>
          <a:xfrm>
            <a:off x="1005840" y="1417320"/>
            <a:ext cx="27432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000" b="1" cap="none">
                <a:solidFill>
                  <a:srgbClr val="00A000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ESCOPO ATUAL</a:t>
            </a:r>
            <a:endParaRPr lang="en-us" sz="1000" cap="none"/>
          </a:p>
        </p:txBody>
      </p:sp>
      <p:sp>
        <p:nvSpPr>
          <p:cNvPr id="8" name="Shape 5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8Pnw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Mee+d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PnwAP///wEAAAAAAAAAAAAAAAAAAAAAAAAAAAAAAAAAAAAAAAAAAAAAAAB/f38A5+bmA8zMzADAwP8Af39/AAAAAAAAAAAAAAAAAAAAAAAAAAAAIQAAABgAAAAUAAAA8AMAAIgLAABQGQAAVQ0AABAAAAAmAAAACAAAAP//////////"/>
              </a:ext>
            </a:extLst>
          </p:cNvSpPr>
          <p:nvPr/>
        </p:nvSpPr>
        <p:spPr>
          <a:xfrm>
            <a:off x="640080" y="1874520"/>
            <a:ext cx="3474720" cy="292735"/>
          </a:xfrm>
          <a:prstGeom prst="rect">
            <a:avLst/>
          </a:prstGeom>
          <a:solidFill>
            <a:srgbClr val="F0F9F0"/>
          </a:solidFill>
          <a:ln>
            <a:noFill/>
          </a:ln>
          <a:effectLst/>
        </p:spPr>
      </p:sp>
      <p:pic>
        <p:nvPicPr>
          <p:cNvPr id="9" name="Image 1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B2/wAn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IAEAADQCwAAoAUAAPAM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920240"/>
            <a:ext cx="182880" cy="1828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0" name="Text 6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MAYAAIgLAAAwGAAAVQ0AABAAAAAmAAAACAAAAP//////////"/>
              </a:ext>
            </a:extLst>
          </p:cNvSpPr>
          <p:nvPr/>
        </p:nvSpPr>
        <p:spPr>
          <a:xfrm>
            <a:off x="1005840" y="1874520"/>
            <a:ext cx="2926080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900" b="1" cap="none">
                <a:solidFill>
                  <a:srgbClr val="333333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Cadastro de Servidores</a:t>
            </a:r>
            <a:endParaRPr lang="en-us" sz="900" cap="none"/>
          </a:p>
        </p:txBody>
      </p:sp>
      <p:sp>
        <p:nvSpPr>
          <p:cNvPr id="11" name="Shape 7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8Pnw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ygnh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PnwAP///wEAAAAAAAAAAAAAAAAAAAAAAAAAAAAAAAAAAAAAAAAAAAAAAAB/f38A5+bmA8zMzADAwP8Af39/AAAAAAAAAAAAAAAAAAAAAAAAAAAAIQAAABgAAAAUAAAA8AMAAOUNAABQGQAAsg8AABAAAAAmAAAACAAAAP//////////"/>
              </a:ext>
            </a:extLst>
          </p:cNvSpPr>
          <p:nvPr/>
        </p:nvSpPr>
        <p:spPr>
          <a:xfrm>
            <a:off x="640080" y="2258695"/>
            <a:ext cx="3474720" cy="292735"/>
          </a:xfrm>
          <a:prstGeom prst="rect">
            <a:avLst/>
          </a:prstGeom>
          <a:solidFill>
            <a:srgbClr val="F0F9F0"/>
          </a:solidFill>
          <a:ln>
            <a:noFill/>
          </a:ln>
          <a:effectLst/>
        </p:spPr>
      </p:sp>
      <p:pic>
        <p:nvPicPr>
          <p:cNvPr id="12" name="Image 2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IAEAAAtDgAAoAUAAE0P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04415"/>
            <a:ext cx="182880" cy="1828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3" name="Text 8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OrdS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MAYAAOUNAAAwGAAAsg8AABAAAAAmAAAACAAAAP//////////"/>
              </a:ext>
            </a:extLst>
          </p:cNvSpPr>
          <p:nvPr/>
        </p:nvSpPr>
        <p:spPr>
          <a:xfrm>
            <a:off x="1005840" y="2258695"/>
            <a:ext cx="2926080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900" b="1" cap="none">
                <a:solidFill>
                  <a:srgbClr val="333333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Pesquisa e Consulta</a:t>
            </a:r>
            <a:endParaRPr lang="en-us" sz="900" cap="none"/>
          </a:p>
        </p:txBody>
      </p:sp>
      <p:sp>
        <p:nvSpPr>
          <p:cNvPr id="14" name="Shape 9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8Pnw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PnwAP///wEAAAAAAAAAAAAAAAAAAAAAAAAAAAAAAAAAAAAAAAAAAAAAAAB/f38A5+bmA8zMzADAwP8Af39/AAAAAAAAAAAAAAAAAAAAAAAAAAAAIQAAABgAAAAUAAAA8AMAAEIQAABQGQAADhIAABAAAAAmAAAACAAAAP//////////"/>
              </a:ext>
            </a:extLst>
          </p:cNvSpPr>
          <p:nvPr/>
        </p:nvSpPr>
        <p:spPr>
          <a:xfrm>
            <a:off x="640080" y="2642870"/>
            <a:ext cx="3474720" cy="292100"/>
          </a:xfrm>
          <a:prstGeom prst="rect">
            <a:avLst/>
          </a:prstGeom>
          <a:solidFill>
            <a:srgbClr val="F0F9F0"/>
          </a:solidFill>
          <a:ln>
            <a:noFill/>
          </a:ln>
          <a:effectLst/>
        </p:spPr>
      </p:sp>
      <p:pic>
        <p:nvPicPr>
          <p:cNvPr id="15" name="Image 3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ndv8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IAEAACKEAAAoAUAAKoR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688590"/>
            <a:ext cx="182880" cy="1828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6" name="Text 10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MAYAAEIQAAAwGAAADhIAABAAAAAmAAAACAAAAP//////////"/>
              </a:ext>
            </a:extLst>
          </p:cNvSpPr>
          <p:nvPr/>
        </p:nvSpPr>
        <p:spPr>
          <a:xfrm>
            <a:off x="1005840" y="2642870"/>
            <a:ext cx="2926080" cy="2921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900" b="1" cap="none">
                <a:solidFill>
                  <a:srgbClr val="333333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Histórico de Atuação</a:t>
            </a:r>
            <a:endParaRPr lang="en-us" sz="900" cap="none"/>
          </a:p>
        </p:txBody>
      </p:sp>
      <p:sp>
        <p:nvSpPr>
          <p:cNvPr id="17" name="Shape 11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8Pnw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zJph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PnwAP///wEAAAAAAAAAAAAAAAAAAAAAAAAAAAAAAAAAAAAAAAAAAAAAAAB/f38A5+bmA8zMzADAwP8Af39/AAAAAAAAAAAAAAAAAAAAAAAAAAAAIQAAABgAAAAUAAAA8AMAAJ4SAABQGQAAaxQAABAAAAAmAAAACAAAAP//////////"/>
              </a:ext>
            </a:extLst>
          </p:cNvSpPr>
          <p:nvPr/>
        </p:nvSpPr>
        <p:spPr>
          <a:xfrm>
            <a:off x="640080" y="3026410"/>
            <a:ext cx="3474720" cy="292735"/>
          </a:xfrm>
          <a:prstGeom prst="rect">
            <a:avLst/>
          </a:prstGeom>
          <a:solidFill>
            <a:srgbClr val="F0F9F0"/>
          </a:solidFill>
          <a:ln>
            <a:noFill/>
          </a:ln>
          <a:effectLst/>
        </p:spPr>
      </p:sp>
      <p:pic>
        <p:nvPicPr>
          <p:cNvPr id="18" name="Image 4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IAEAADmEgAAoAUAAAYU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072130"/>
            <a:ext cx="182880" cy="1828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9" name="Text 12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MAYAAJ4SAAAwGAAAaxQAABAAAAAmAAAACAAAAP//////////"/>
              </a:ext>
            </a:extLst>
          </p:cNvSpPr>
          <p:nvPr/>
        </p:nvSpPr>
        <p:spPr>
          <a:xfrm>
            <a:off x="1005840" y="3026410"/>
            <a:ext cx="2926080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900" b="1" cap="none">
                <a:solidFill>
                  <a:srgbClr val="333333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Movimentações</a:t>
            </a:r>
            <a:endParaRPr lang="en-us" sz="900" cap="none"/>
          </a:p>
        </p:txBody>
      </p:sp>
      <p:sp>
        <p:nvSpPr>
          <p:cNvPr id="20" name="Shape 13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8Pnw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PnwAP///wEAAAAAAAAAAAAAAAAAAAAAAAAAAAAAAAAAAAAAAAAAAAAAAAB/f38A5+bmA8zMzADAwP8Af39/AAAAAAAAAAAAAAAAAAAAAAAAAAAAIQAAABgAAAAUAAAA8AMAAPsUAABQGQAAyBYAABAAAAAmAAAACAAAAP//////////"/>
              </a:ext>
            </a:extLst>
          </p:cNvSpPr>
          <p:nvPr/>
        </p:nvSpPr>
        <p:spPr>
          <a:xfrm>
            <a:off x="640080" y="3410585"/>
            <a:ext cx="3474720" cy="292735"/>
          </a:xfrm>
          <a:prstGeom prst="rect">
            <a:avLst/>
          </a:prstGeom>
          <a:solidFill>
            <a:srgbClr val="F0F9F0"/>
          </a:solidFill>
          <a:ln>
            <a:noFill/>
          </a:ln>
          <a:effectLst/>
        </p:spPr>
      </p:sp>
      <p:pic>
        <p:nvPicPr>
          <p:cNvPr id="21" name="Image 5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IAEAABDFQAAoAUAAGMW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456305"/>
            <a:ext cx="182880" cy="1828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2" name="Text 14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MAYAAPsUAAAwGAAAyBYAABAAAAAmAAAACAAAAP//////////"/>
              </a:ext>
            </a:extLst>
          </p:cNvSpPr>
          <p:nvPr/>
        </p:nvSpPr>
        <p:spPr>
          <a:xfrm>
            <a:off x="1005840" y="3410585"/>
            <a:ext cx="2926080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900" b="1" cap="none">
                <a:solidFill>
                  <a:srgbClr val="333333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Afastamentos e Licenças</a:t>
            </a:r>
            <a:endParaRPr lang="en-us" sz="900" cap="none"/>
          </a:p>
        </p:txBody>
      </p:sp>
      <p:sp>
        <p:nvSpPr>
          <p:cNvPr id="23" name="Shape 15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8Pnw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PnwAP///wEAAAAAAAAAAAAAAAAAAAAAAAAAAAAAAAAAAAAAAAAAAAAAAAB/f38A5+bmA8zMzADAwP8Af39/AAAAAAAAAAAAAAAAAAAAAAAAAAAAIQAAABgAAAAUAAAA8AMAAFgXAABQGQAAJRkAABAAAAAmAAAACAAAAP//////////"/>
              </a:ext>
            </a:extLst>
          </p:cNvSpPr>
          <p:nvPr/>
        </p:nvSpPr>
        <p:spPr>
          <a:xfrm>
            <a:off x="640080" y="3794760"/>
            <a:ext cx="3474720" cy="292735"/>
          </a:xfrm>
          <a:prstGeom prst="rect">
            <a:avLst/>
          </a:prstGeom>
          <a:solidFill>
            <a:srgbClr val="F0F9F0"/>
          </a:solidFill>
          <a:ln>
            <a:noFill/>
          </a:ln>
          <a:effectLst/>
        </p:spPr>
      </p:sp>
      <p:pic>
        <p:nvPicPr>
          <p:cNvPr id="24" name="Image 6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/wCg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IAEAACgFwAAoAUAAMAY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40480"/>
            <a:ext cx="182880" cy="1828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5" name="Text 16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MAYAAFgXAAAwGAAAJRkAABAAAAAmAAAACAAAAP//////////"/>
              </a:ext>
            </a:extLst>
          </p:cNvSpPr>
          <p:nvPr/>
        </p:nvSpPr>
        <p:spPr>
          <a:xfrm>
            <a:off x="1005840" y="3794760"/>
            <a:ext cx="2926080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900" b="1" cap="none">
                <a:solidFill>
                  <a:srgbClr val="333333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Capacitação e Formação</a:t>
            </a:r>
            <a:endParaRPr lang="en-us" sz="900" cap="none"/>
          </a:p>
        </p:txBody>
      </p:sp>
      <p:sp>
        <p:nvSpPr>
          <p:cNvPr id="26" name="Shape 17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8Pnw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PnwAP///wEAAAAAAAAAAAAAAAAAAAAAAAAAAAAAAAAAAAAAAAAAAAAAAAB/f38A5+bmA8zMzADAwP8Af39/AAAAAAAAAAAAAAAAAAAAAAAAAAAAIQAAABgAAAAUAAAA8AMAALUZAABQGQAAghsAABAAAAAmAAAACAAAAP//////////"/>
              </a:ext>
            </a:extLst>
          </p:cNvSpPr>
          <p:nvPr/>
        </p:nvSpPr>
        <p:spPr>
          <a:xfrm>
            <a:off x="640080" y="4178935"/>
            <a:ext cx="3474720" cy="292735"/>
          </a:xfrm>
          <a:prstGeom prst="rect">
            <a:avLst/>
          </a:prstGeom>
          <a:solidFill>
            <a:srgbClr val="F0F9F0"/>
          </a:solidFill>
          <a:ln>
            <a:noFill/>
          </a:ln>
          <a:effectLst/>
        </p:spPr>
      </p:sp>
      <p:pic>
        <p:nvPicPr>
          <p:cNvPr id="27" name="Image 7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IAEAAD9GQAAoAUAAB0b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224655"/>
            <a:ext cx="182880" cy="1828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8" name="Text 18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M4ryQ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MAYAALUZAAAwGAAAghsAABAAAAAmAAAACAAAAP//////////"/>
              </a:ext>
            </a:extLst>
          </p:cNvSpPr>
          <p:nvPr/>
        </p:nvSpPr>
        <p:spPr>
          <a:xfrm>
            <a:off x="1005840" y="4178935"/>
            <a:ext cx="2926080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900" b="1" cap="none">
                <a:solidFill>
                  <a:srgbClr val="333333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Controle de GSISTE</a:t>
            </a:r>
            <a:endParaRPr lang="en-us" sz="900" cap="none"/>
          </a:p>
        </p:txBody>
      </p:sp>
      <p:sp>
        <p:nvSpPr>
          <p:cNvPr id="29" name="Shape 19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XgAAAOT///8cAAAAZAAAAGQAAAAAAAAAy8vLAF4AAADk////HAAAAGQAAABkAAAAAAAAABcAAAAUAAAAAAAAAAAAAAD/fwAA/38AAAAAAAAJAAAABAAAADo6MMAeAAAAaAAAAAAAAAAAAAAAAAAAAAAAAAAAAAAAECcAABAnAAAAAAAAAAAAAAAAAAAAAAAAAAAAAAAAAAAAAAAAAAAAAFA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QB0AAFAHAABwNQAAkBsAABAAAAAmAAAACAAAAP//////////"/>
              </a:ext>
            </a:extLst>
          </p:cNvSpPr>
          <p:nvPr/>
        </p:nvSpPr>
        <p:spPr>
          <a:xfrm>
            <a:off x="4754880" y="1188720"/>
            <a:ext cx="393192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145" dir="8100000" algn="bl">
              <a:srgbClr val="000000">
                <a:alpha val="6000"/>
              </a:srgbClr>
            </a:outerShdw>
          </a:effectLst>
        </p:spPr>
      </p:sp>
      <p:sp>
        <p:nvSpPr>
          <p:cNvPr id="30" name="Shape 20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ZmZm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SoBY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ZmZmAP///wEAAAAAAAAAAAAAAAAAAAAAAAAAAAAAAAAAAAAAAAAAAAAAAAB/f38A5+bmA8zMzADAwP8Af39/AAAAAAAAAAAAAAAAAAAAAAAAAAAAIQAAABgAAAAUAAAAQB0AAFAHAABwNQAAigcAABAAAAAmAAAACAAAAP//////////"/>
              </a:ext>
            </a:extLst>
          </p:cNvSpPr>
          <p:nvPr/>
        </p:nvSpPr>
        <p:spPr>
          <a:xfrm>
            <a:off x="4754880" y="1188720"/>
            <a:ext cx="3931920" cy="3683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</p:sp>
      <p:sp>
        <p:nvSpPr>
          <p:cNvPr id="31" name="Shape 21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ZmZm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MXskX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ZmZmAP///wEAAAAAAAAAAAAAAAAAAAAAAAAAAAAAAAAAAAAAAAAAAAAAAAB/f38A5+bmA8zMzADAwP8Af39/AAAAAAAAAAAAAAAAAAAAAAAAAAAAIQAAABgAAAAUAAAAYB4AALgIAAAQIAAAaAoAABAAAAAmAAAACAAAAP//////////"/>
              </a:ext>
            </a:extLst>
          </p:cNvSpPr>
          <p:nvPr/>
        </p:nvSpPr>
        <p:spPr>
          <a:xfrm>
            <a:off x="4937760" y="1417320"/>
            <a:ext cx="274320" cy="27432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</p:sp>
      <p:pic>
        <p:nvPicPr>
          <p:cNvPr id="32" name="Image 8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CgAGY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IseAADjCAAA5R8AAD0KAAAQAAAAJgAAAAgAAAD//////////w=="/>
              </a:ext>
            </a:extLst>
          </p:cNvPicPr>
          <p:nvPr/>
        </p:nvPicPr>
        <p:blipFill>
          <a:blip r:embed="rId5"/>
          <a:stretch>
            <a:fillRect/>
          </a:stretch>
        </p:blipFill>
        <p:spPr>
          <a:xfrm>
            <a:off x="4965065" y="1444625"/>
            <a:ext cx="219710" cy="21971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3" name="Text 22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7c4u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CAAALgIAACAMQAAaAoAABAAAAAmAAAACAAAAP//////////"/>
              </a:ext>
            </a:extLst>
          </p:cNvSpPr>
          <p:nvPr/>
        </p:nvSpPr>
        <p:spPr>
          <a:xfrm>
            <a:off x="5303520" y="1417320"/>
            <a:ext cx="27432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000" b="1" cap="none">
                <a:solidFill>
                  <a:srgbClr val="666666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FASES FUTURAS</a:t>
            </a:r>
            <a:endParaRPr lang="en-us" sz="1000" cap="none"/>
          </a:p>
        </p:txBody>
      </p:sp>
      <p:sp>
        <p:nvSpPr>
          <p:cNvPr id="34" name="Shape 23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9fX1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9fX1AP///wEAAAAAAAAAAAAAAAAAAAAAAAAAAAAAAAAAAAAAAAAAAAAAAAB/f38A5+bmA8zMzADAwP8Af39/AAAAAAAAAAAAAAAAAAAAAAAAAAAAIQAAABgAAAAUAAAAYB4AAIgLAADAMwAAVQ0AABAAAAAmAAAACAAAAP//////////"/>
              </a:ext>
            </a:extLst>
          </p:cNvSpPr>
          <p:nvPr/>
        </p:nvSpPr>
        <p:spPr>
          <a:xfrm>
            <a:off x="4937760" y="1874520"/>
            <a:ext cx="3474720" cy="292735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</p:sp>
      <p:pic>
        <p:nvPicPr>
          <p:cNvPr id="35" name="Image 9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AeAADQCwAAECAAAPAMAAAQAAAAJgAAAAgAAAD//////////w=="/>
              </a:ext>
            </a:extLst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1920240"/>
            <a:ext cx="182880" cy="1828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6" name="Text 24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qIld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CAAAIgLAACgMgAAVQ0AABAAAAAmAAAACAAAAP//////////"/>
              </a:ext>
            </a:extLst>
          </p:cNvSpPr>
          <p:nvPr/>
        </p:nvSpPr>
        <p:spPr>
          <a:xfrm>
            <a:off x="5303520" y="1874520"/>
            <a:ext cx="2926080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900" b="1" cap="none">
                <a:solidFill>
                  <a:srgbClr val="888888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Login e Autenticação</a:t>
            </a:r>
            <a:endParaRPr lang="en-us" sz="900" cap="none"/>
          </a:p>
        </p:txBody>
      </p:sp>
      <p:sp>
        <p:nvSpPr>
          <p:cNvPr id="37" name="Shape 25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9fX1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JRK7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9fX1AP///wEAAAAAAAAAAAAAAAAAAAAAAAAAAAAAAAAAAAAAAAAAAAAAAAB/f38A5+bmA8zMzADAwP8Af39/AAAAAAAAAAAAAAAAAAAAAAAAAAAAIQAAABgAAAAUAAAAYB4AAOUNAADAMwAAsg8AABAAAAAmAAAACAAAAP//////////"/>
              </a:ext>
            </a:extLst>
          </p:cNvSpPr>
          <p:nvPr/>
        </p:nvSpPr>
        <p:spPr>
          <a:xfrm>
            <a:off x="4937760" y="2258695"/>
            <a:ext cx="3474720" cy="292735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</p:sp>
      <p:pic>
        <p:nvPicPr>
          <p:cNvPr id="38" name="Image 10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AeAAAtDgAAECAAAE0PAAAQAAAAJgAAAAgAAAD//////////w=="/>
              </a:ext>
            </a:extLst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304415"/>
            <a:ext cx="182880" cy="1828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9" name="Text 26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N+fl5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CAAAOUNAACgMgAAsg8AABAAAAAmAAAACAAAAP//////////"/>
              </a:ext>
            </a:extLst>
          </p:cNvSpPr>
          <p:nvPr/>
        </p:nvSpPr>
        <p:spPr>
          <a:xfrm>
            <a:off x="5303520" y="2258695"/>
            <a:ext cx="2926080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900" b="1" cap="none">
                <a:solidFill>
                  <a:srgbClr val="888888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Perfis de Acesso</a:t>
            </a:r>
            <a:endParaRPr lang="en-us" sz="900" cap="none"/>
          </a:p>
        </p:txBody>
      </p:sp>
      <p:sp>
        <p:nvSpPr>
          <p:cNvPr id="40" name="Shape 27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9fX1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MW8Re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9fX1AP///wEAAAAAAAAAAAAAAAAAAAAAAAAAAAAAAAAAAAAAAAAAAAAAAAB/f38A5+bmA8zMzADAwP8Af39/AAAAAAAAAAAAAAAAAAAAAAAAAAAAIQAAABgAAAAUAAAAYB4AAEIQAADAMwAADhIAABAAAAAmAAAACAAAAP//////////"/>
              </a:ext>
            </a:extLst>
          </p:cNvSpPr>
          <p:nvPr/>
        </p:nvSpPr>
        <p:spPr>
          <a:xfrm>
            <a:off x="4937760" y="2642870"/>
            <a:ext cx="3474720" cy="2921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</p:sp>
      <p:pic>
        <p:nvPicPr>
          <p:cNvPr id="41" name="Image 11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AeAACKEAAAECAAAKoRAAAQAAAAJgAAAAgAAAD//////////w=="/>
              </a:ext>
            </a:extLst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688590"/>
            <a:ext cx="182880" cy="1828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2" name="Text 28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CAAAEIQAACgMgAADhIAABAAAAAmAAAACAAAAP//////////"/>
              </a:ext>
            </a:extLst>
          </p:cNvSpPr>
          <p:nvPr/>
        </p:nvSpPr>
        <p:spPr>
          <a:xfrm>
            <a:off x="5303520" y="2642870"/>
            <a:ext cx="2926080" cy="2921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900" b="1" cap="none">
                <a:solidFill>
                  <a:srgbClr val="888888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Fluxos de Aprovação</a:t>
            </a:r>
            <a:endParaRPr lang="en-us" sz="900" cap="none"/>
          </a:p>
        </p:txBody>
      </p:sp>
      <p:sp>
        <p:nvSpPr>
          <p:cNvPr id="43" name="Shape 29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9fX1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6WeM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9fX1AP///wEAAAAAAAAAAAAAAAAAAAAAAAAAAAAAAAAAAAAAAAAAAAAAAAB/f38A5+bmA8zMzADAwP8Af39/AAAAAAAAAAAAAAAAAAAAAAAAAAAAIQAAABgAAAAUAAAAYB4AAJ4SAADAMwAAaxQAABAAAAAmAAAACAAAAP//////////"/>
              </a:ext>
            </a:extLst>
          </p:cNvSpPr>
          <p:nvPr/>
        </p:nvSpPr>
        <p:spPr>
          <a:xfrm>
            <a:off x="4937760" y="3026410"/>
            <a:ext cx="3474720" cy="292735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</p:sp>
      <p:pic>
        <p:nvPicPr>
          <p:cNvPr id="44" name="Image 12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AeAADmEgAAECAAAAYUAAAQAAAAJgAAAAgAAAD//////////w=="/>
              </a:ext>
            </a:extLst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072130"/>
            <a:ext cx="182880" cy="1828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5" name="Text 30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ZmZm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CAAAJ4SAACgMgAAaxQAABAAAAAmAAAACAAAAP//////////"/>
              </a:ext>
            </a:extLst>
          </p:cNvSpPr>
          <p:nvPr/>
        </p:nvSpPr>
        <p:spPr>
          <a:xfrm>
            <a:off x="5303520" y="3026410"/>
            <a:ext cx="2926080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900" b="1" cap="none">
                <a:solidFill>
                  <a:srgbClr val="888888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Painéis Analíticos</a:t>
            </a:r>
            <a:endParaRPr lang="en-us" sz="900" cap="none"/>
          </a:p>
        </p:txBody>
      </p:sp>
      <p:sp>
        <p:nvSpPr>
          <p:cNvPr id="46" name="Shape 31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9fX1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RUxx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9fX1AP///wEAAAAAAAAAAAAAAAAAAAAAAAAAAAAAAAAAAAAAAAAAAAAAAAB/f38A5+bmA8zMzADAwP8Af39/AAAAAAAAAAAAAAAAAAAAAAAAAAAAIQAAABgAAAAUAAAAYB4AAPsUAADAMwAAyBYAABAAAAAmAAAACAAAAP//////////"/>
              </a:ext>
            </a:extLst>
          </p:cNvSpPr>
          <p:nvPr/>
        </p:nvSpPr>
        <p:spPr>
          <a:xfrm>
            <a:off x="4937760" y="3410585"/>
            <a:ext cx="3474720" cy="292735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</p:sp>
      <p:pic>
        <p:nvPicPr>
          <p:cNvPr id="47" name="Image 13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CgAP8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AeAABDFQAAECAAAGMWAAAQAAAAJgAAAAgAAAD//////////w=="/>
              </a:ext>
            </a:extLst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456305"/>
            <a:ext cx="182880" cy="1828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8" name="Text 32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xUyx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CAAAPsUAACgMgAAyBYAABAAAAAmAAAACAAAAP//////////"/>
              </a:ext>
            </a:extLst>
          </p:cNvSpPr>
          <p:nvPr/>
        </p:nvSpPr>
        <p:spPr>
          <a:xfrm>
            <a:off x="5303520" y="3410585"/>
            <a:ext cx="2926080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900" b="1" cap="none">
                <a:solidFill>
                  <a:srgbClr val="888888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Aposentados e Pensionistas</a:t>
            </a:r>
            <a:endParaRPr lang="en-us" sz="900" cap="none"/>
          </a:p>
        </p:txBody>
      </p:sp>
      <p:sp>
        <p:nvSpPr>
          <p:cNvPr id="49" name="Shape 33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Jc5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Q4wx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Jc5AP///wEAAAAAAAAAAAAAAAAAAAAAAAAAAAAAAAAAAAAAAAAAADMzMwB/f38A5+bmA8zMzADAwP8Af39/AAAAAAAAAAAAAAAAAAAAAAAAAAAAIQAAABgAAAAUAAAAAAAAAKwdAADeAgAApB8AABAAAAAmAAAACAAAAP//////////"/>
              </a:ext>
            </a:extLst>
          </p:cNvSpPr>
          <p:nvPr/>
        </p:nvSpPr>
        <p:spPr>
          <a:xfrm>
            <a:off x="0" y="4823460"/>
            <a:ext cx="466090" cy="320040"/>
          </a:xfrm>
          <a:prstGeom prst="rect">
            <a:avLst/>
          </a:prstGeom>
          <a:solidFill>
            <a:srgbClr val="009739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50" name="Shape 34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9cA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Qcvx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cAAP///wEAAAAAAAAAAAAAAAAAAAAAAAAAAAAAAAAAAAAAAAAAADMzMwB/f38A5+bmA8zMzADAwP8Af39/AAAAAAAAAAAAAAAAAAAAAAAAAAAAIQAAABgAAAAUAAAA0AIAAKwdAACuBQAApB8AABAAAAAmAAAACAAAAP//////////"/>
              </a:ext>
            </a:extLst>
          </p:cNvSpPr>
          <p:nvPr/>
        </p:nvSpPr>
        <p:spPr>
          <a:xfrm>
            <a:off x="457200" y="4823460"/>
            <a:ext cx="466090" cy="320040"/>
          </a:xfrm>
          <a:prstGeom prst="rect">
            <a:avLst/>
          </a:prstGeom>
          <a:solidFill>
            <a:srgbClr val="FFD700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51" name="Shape 35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Jc5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I2GK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Jc5AP///wEAAAAAAAAAAAAAAAAAAAAAAAAAAAAAAAAAAAAAAAAAADMzMwB/f38A5+bmA8zMzADAwP8Af39/AAAAAAAAAAAAAAAAAAAAAAAAAAAAIQAAABgAAAAUAAAAoAUAAKwdAAB+CAAApB8AABAAAAAmAAAACAAAAP//////////"/>
              </a:ext>
            </a:extLst>
          </p:cNvSpPr>
          <p:nvPr/>
        </p:nvSpPr>
        <p:spPr>
          <a:xfrm>
            <a:off x="914400" y="4823460"/>
            <a:ext cx="466090" cy="320040"/>
          </a:xfrm>
          <a:prstGeom prst="rect">
            <a:avLst/>
          </a:prstGeom>
          <a:solidFill>
            <a:srgbClr val="009739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52" name="Shape 36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Cd2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Cd2AP///wEAAAAAAAAAAAAAAAAAAAAAAAAAAAAAAAAAAAAAAAAAADMzMwB/f38A5+bmA8zMzADAwP8Af39/AAAAAAAAAAAAAAAAAAAAAAAAAAAAIQAAABgAAAAUAAAAcAgAAKwdAABOCwAApB8AABAAAAAmAAAACAAAAP//////////"/>
              </a:ext>
            </a:extLst>
          </p:cNvSpPr>
          <p:nvPr/>
        </p:nvSpPr>
        <p:spPr>
          <a:xfrm>
            <a:off x="1371600" y="4823460"/>
            <a:ext cx="466090" cy="320040"/>
          </a:xfrm>
          <a:prstGeom prst="rect">
            <a:avLst/>
          </a:prstGeom>
          <a:solidFill>
            <a:srgbClr val="002776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53" name="Shape 37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9cA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ZmZt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cAAP///wEAAAAAAAAAAAAAAAAAAAAAAAAAAAAAAAAAAAAAAAAAADMzMwB/f38A5+bmA8zMzADAwP8Af39/AAAAAAAAAAAAAAAAAAAAAAAAAAAAIQAAABgAAAAUAAAAQAsAAKwdAAAeDgAApB8AABAAAAAmAAAACAAAAP//////////"/>
              </a:ext>
            </a:extLst>
          </p:cNvSpPr>
          <p:nvPr/>
        </p:nvSpPr>
        <p:spPr>
          <a:xfrm>
            <a:off x="1828800" y="4823460"/>
            <a:ext cx="466090" cy="320040"/>
          </a:xfrm>
          <a:prstGeom prst="rect">
            <a:avLst/>
          </a:prstGeom>
          <a:solidFill>
            <a:srgbClr val="FFD700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54" name="Shape 38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zAAA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Bxozx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zAAAAP///wEAAAAAAAAAAAAAAAAAAAAAAAAAAAAAAAAAAAAAAAAAADMzMwB/f38A5+bmA8zMzADAwP8Af39/AAAAAAAAAAAAAAAAAAAAAAAAAAAAIQAAABgAAAAUAAAAEA4AAKwdAADuEAAApB8AABAAAAAmAAAACAAAAP//////////"/>
              </a:ext>
            </a:extLst>
          </p:cNvSpPr>
          <p:nvPr/>
        </p:nvSpPr>
        <p:spPr>
          <a:xfrm>
            <a:off x="2286000" y="4823460"/>
            <a:ext cx="466090" cy="320040"/>
          </a:xfrm>
          <a:prstGeom prst="rect">
            <a:avLst/>
          </a:prstGeom>
          <a:solidFill>
            <a:srgbClr val="CC0000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55" name="Shape 39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Jc5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ZmZt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Jc5AP///wEAAAAAAAAAAAAAAAAAAAAAAAAAAAAAAAAAAAAAAAAAADMzMwB/f38A5+bmA8zMzADAwP8Af39/AAAAAAAAAAAAAAAAAAAAAAAAAAAAIQAAABgAAAAUAAAA4BAAAKwdAAC+EwAApB8AABAAAAAmAAAACAAAAP//////////"/>
              </a:ext>
            </a:extLst>
          </p:cNvSpPr>
          <p:nvPr/>
        </p:nvSpPr>
        <p:spPr>
          <a:xfrm>
            <a:off x="2743200" y="4823460"/>
            <a:ext cx="466090" cy="320040"/>
          </a:xfrm>
          <a:prstGeom prst="rect">
            <a:avLst/>
          </a:prstGeom>
          <a:solidFill>
            <a:srgbClr val="009739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56" name="Shape 40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9cA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ZmZm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cAAP///wEAAAAAAAAAAAAAAAAAAAAAAAAAAAAAAAAAAAAAAAAAADMzMwB/f38A5+bmA8zMzADAwP8Af39/AAAAAAAAAAAAAAAAAAAAAAAAAAAAIQAAABgAAAAUAAAAsBMAAKwdAACOFgAApB8AABAAAAAmAAAACAAAAP//////////"/>
              </a:ext>
            </a:extLst>
          </p:cNvSpPr>
          <p:nvPr/>
        </p:nvSpPr>
        <p:spPr>
          <a:xfrm>
            <a:off x="3200400" y="4823460"/>
            <a:ext cx="466090" cy="320040"/>
          </a:xfrm>
          <a:prstGeom prst="rect">
            <a:avLst/>
          </a:prstGeom>
          <a:solidFill>
            <a:srgbClr val="FFD700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57" name="Shape 41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Cd2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KnS2y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Cd2AP///wEAAAAAAAAAAAAAAAAAAAAAAAAAAAAAAAAAAAAAAAAAADMzMwB/f38A5+bmA8zMzADAwP8Af39/AAAAAAAAAAAAAAAAAAAAAAAAAAAAIQAAABgAAAAUAAAAgBYAAKwdAABeGQAApB8AABAAAAAmAAAACAAAAP//////////"/>
              </a:ext>
            </a:extLst>
          </p:cNvSpPr>
          <p:nvPr/>
        </p:nvSpPr>
        <p:spPr>
          <a:xfrm>
            <a:off x="3657600" y="4823460"/>
            <a:ext cx="466090" cy="320040"/>
          </a:xfrm>
          <a:prstGeom prst="rect">
            <a:avLst/>
          </a:prstGeom>
          <a:solidFill>
            <a:srgbClr val="002776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58" name="Shape 42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Jc5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Jc5AP///wEAAAAAAAAAAAAAAAAAAAAAAAAAAAAAAAAAAAAAAAAAADMzMwB/f38A5+bmA8zMzADAwP8Af39/AAAAAAAAAAAAAAAAAAAAAAAAAAAAIQAAABgAAAAUAAAAUBkAAKwdAAAuHAAApB8AABAAAAAmAAAACAAAAP//////////"/>
              </a:ext>
            </a:extLst>
          </p:cNvSpPr>
          <p:nvPr/>
        </p:nvSpPr>
        <p:spPr>
          <a:xfrm>
            <a:off x="4114800" y="4823460"/>
            <a:ext cx="466090" cy="320040"/>
          </a:xfrm>
          <a:prstGeom prst="rect">
            <a:avLst/>
          </a:prstGeom>
          <a:solidFill>
            <a:srgbClr val="009739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59" name="Shape 43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zAAA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ZmZt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zAAAAP///wEAAAAAAAAAAAAAAAAAAAAAAAAAAAAAAAAAAAAAAAAAADMzMwB/f38A5+bmA8zMzADAwP8Af39/AAAAAAAAAAAAAAAAAAAAAAAAAAAAIQAAABgAAAAUAAAAIBwAAKwdAAD+HgAApB8AABAAAAAmAAAACAAAAP//////////"/>
              </a:ext>
            </a:extLst>
          </p:cNvSpPr>
          <p:nvPr/>
        </p:nvSpPr>
        <p:spPr>
          <a:xfrm>
            <a:off x="4572000" y="4823460"/>
            <a:ext cx="466090" cy="320040"/>
          </a:xfrm>
          <a:prstGeom prst="rect">
            <a:avLst/>
          </a:prstGeom>
          <a:solidFill>
            <a:srgbClr val="CC0000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60" name="Shape 44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9cA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ZmZm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cAAP///wEAAAAAAAAAAAAAAAAAAAAAAAAAAAAAAAAAAAAAAAAAADMzMwB/f38A5+bmA8zMzADAwP8Af39/AAAAAAAAAAAAAAAAAAAAAAAAAAAAIQAAABgAAAAUAAAA8B4AAKwdAADOIQAApB8AABAAAAAmAAAACAAAAP//////////"/>
              </a:ext>
            </a:extLst>
          </p:cNvSpPr>
          <p:nvPr/>
        </p:nvSpPr>
        <p:spPr>
          <a:xfrm>
            <a:off x="5029200" y="4823460"/>
            <a:ext cx="466090" cy="320040"/>
          </a:xfrm>
          <a:prstGeom prst="rect">
            <a:avLst/>
          </a:prstGeom>
          <a:solidFill>
            <a:srgbClr val="FFD700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61" name="Shape 45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Jc5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Jc5AP///wEAAAAAAAAAAAAAAAAAAAAAAAAAAAAAAAAAAAAAAAAAADMzMwB/f38A5+bmA8zMzADAwP8Af39/AAAAAAAAAAAAAAAAAAAAAAAAAAAAIQAAABgAAAAUAAAAwCEAAKwdAACeJAAApB8AABAAAAAmAAAACAAAAP//////////"/>
              </a:ext>
            </a:extLst>
          </p:cNvSpPr>
          <p:nvPr/>
        </p:nvSpPr>
        <p:spPr>
          <a:xfrm>
            <a:off x="5486400" y="4823460"/>
            <a:ext cx="466090" cy="320040"/>
          </a:xfrm>
          <a:prstGeom prst="rect">
            <a:avLst/>
          </a:prstGeom>
          <a:solidFill>
            <a:srgbClr val="009739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62" name="Shape 46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Cd2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Cd2AP///wEAAAAAAAAAAAAAAAAAAAAAAAAAAAAAAAAAAAAAAAAAADMzMwB/f38A5+bmA8zMzADAwP8Af39/AAAAAAAAAAAAAAAAAAAAAAAAAAAAIQAAABgAAAAUAAAAkCQAAKwdAABuJwAApB8AABAAAAAmAAAACAAAAP//////////"/>
              </a:ext>
            </a:extLst>
          </p:cNvSpPr>
          <p:nvPr/>
        </p:nvSpPr>
        <p:spPr>
          <a:xfrm>
            <a:off x="5943600" y="4823460"/>
            <a:ext cx="466090" cy="320040"/>
          </a:xfrm>
          <a:prstGeom prst="rect">
            <a:avLst/>
          </a:prstGeom>
          <a:solidFill>
            <a:srgbClr val="002776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63" name="Shape 47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9cA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cAAP///wEAAAAAAAAAAAAAAAAAAAAAAAAAAAAAAAAAAAAAAAAAADMzMwB/f38A5+bmA8zMzADAwP8Af39/AAAAAAAAAAAAAAAAAAAAAAAAAAAAIQAAABgAAAAUAAAAYCcAAKwdAAA+KgAApB8AABAAAAAmAAAACAAAAP//////////"/>
              </a:ext>
            </a:extLst>
          </p:cNvSpPr>
          <p:nvPr/>
        </p:nvSpPr>
        <p:spPr>
          <a:xfrm>
            <a:off x="6400800" y="4823460"/>
            <a:ext cx="466090" cy="320040"/>
          </a:xfrm>
          <a:prstGeom prst="rect">
            <a:avLst/>
          </a:prstGeom>
          <a:solidFill>
            <a:srgbClr val="FFD700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64" name="Shape 48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zAAA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zAAAAP///wEAAAAAAAAAAAAAAAAAAAAAAAAAAAAAAAAAAAAAAAAAADMzMwB/f38A5+bmA8zMzADAwP8Af39/AAAAAAAAAAAAAAAAAAAAAAAAAAAAIQAAABgAAAAUAAAAMCoAAKwdAAAOLQAApB8AABAAAAAmAAAACAAAAP//////////"/>
              </a:ext>
            </a:extLst>
          </p:cNvSpPr>
          <p:nvPr/>
        </p:nvSpPr>
        <p:spPr>
          <a:xfrm>
            <a:off x="6858000" y="4823460"/>
            <a:ext cx="466090" cy="320040"/>
          </a:xfrm>
          <a:prstGeom prst="rect">
            <a:avLst/>
          </a:prstGeom>
          <a:solidFill>
            <a:srgbClr val="CC0000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65" name="Shape 49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Jc5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Jc5AP///wEAAAAAAAAAAAAAAAAAAAAAAAAAAAAAAAAAAAAAAAAAADMzMwB/f38A5+bmA8zMzADAwP8Af39/AAAAAAAAAAAAAAAAAAAAAAAAAAAAIQAAABgAAAAUAAAAAC0AAKwdAADeLwAApB8AABAAAAAmAAAACAAAAP//////////"/>
              </a:ext>
            </a:extLst>
          </p:cNvSpPr>
          <p:nvPr/>
        </p:nvSpPr>
        <p:spPr>
          <a:xfrm>
            <a:off x="7315200" y="4823460"/>
            <a:ext cx="466090" cy="320040"/>
          </a:xfrm>
          <a:prstGeom prst="rect">
            <a:avLst/>
          </a:prstGeom>
          <a:solidFill>
            <a:srgbClr val="009739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66" name="Shape 50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9cA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cAAP///wEAAAAAAAAAAAAAAAAAAAAAAAAAAAAAAAAAAAAAAAAAADMzMwB/f38A5+bmA8zMzADAwP8Af39/AAAAAAAAAAAAAAAAAAAAAAAAAAAAIQAAABgAAAAUAAAA0C8AAKwdAACuMgAApB8AABAAAAAmAAAACAAAAP//////////"/>
              </a:ext>
            </a:extLst>
          </p:cNvSpPr>
          <p:nvPr/>
        </p:nvSpPr>
        <p:spPr>
          <a:xfrm>
            <a:off x="7772400" y="4823460"/>
            <a:ext cx="466090" cy="320040"/>
          </a:xfrm>
          <a:prstGeom prst="rect">
            <a:avLst/>
          </a:prstGeom>
          <a:solidFill>
            <a:srgbClr val="FFD700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67" name="Shape 51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Cd2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Cd2AP///wEAAAAAAAAAAAAAAAAAAAAAAAAAAAAAAAAAAAAAAAAAADMzMwB/f38A5+bmA8zMzADAwP8Af39/AAAAAAAAAAAAAAAAAAAAAAAAAAAAIQAAABgAAAAUAAAAoDIAAKwdAAB+NQAApB8AABAAAAAmAAAACAAAAP//////////"/>
              </a:ext>
            </a:extLst>
          </p:cNvSpPr>
          <p:nvPr/>
        </p:nvSpPr>
        <p:spPr>
          <a:xfrm>
            <a:off x="8229600" y="4823460"/>
            <a:ext cx="466090" cy="320040"/>
          </a:xfrm>
          <a:prstGeom prst="rect">
            <a:avLst/>
          </a:prstGeom>
          <a:solidFill>
            <a:srgbClr val="002776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68" name="Shape 52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Jc5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Jc5AP///wEAAAAAAAAAAAAAAAAAAAAAAAAAAAAAAAAAAAAAAAAAADMzMwB/f38A5+bmA8zMzADAwP8Af39/AAAAAAAAAAAAAAAAAAAAAAAAAAAAIQAAABgAAAAUAAAAcDUAAKwdAABOOAAApB8AABAAAAAmAAAACAAAAP//////////"/>
              </a:ext>
            </a:extLst>
          </p:cNvSpPr>
          <p:nvPr/>
        </p:nvSpPr>
        <p:spPr>
          <a:xfrm>
            <a:off x="8686800" y="4823460"/>
            <a:ext cx="466090" cy="320040"/>
          </a:xfrm>
          <a:prstGeom prst="rect">
            <a:avLst/>
          </a:prstGeom>
          <a:solidFill>
            <a:srgbClr val="009739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IiIi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IiIiAP///wEAAAAAAAAAAAAAAAAAAAAAAAAAAAAAAAAAAAAAAAAAAAAAAAB/f38A5+bmA8zMzADAwP8Af39/AAAAAAAAAAAAAAAAAAAAAAAAAAAAIQAAABgAAAAUAAAAmDQAAPgcAAArNgAAix4AABAAAAAmAAAACAAAAP//////////"/>
              </a:ext>
            </a:extLst>
          </p:cNvSpPr>
          <p:nvPr/>
        </p:nvSpPr>
        <p:spPr>
          <a:xfrm>
            <a:off x="8549640" y="4709160"/>
            <a:ext cx="255905" cy="255905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</p:sp>
      <p:sp>
        <p:nvSpPr>
          <p:cNvPr id="3" name="Text 1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mDQAAPgcAAArNgAAix4AABAAAAAmAAAACAAAAP//////////"/>
              </a:ext>
            </a:extLst>
          </p:cNvSpPr>
          <p:nvPr/>
        </p:nvSpPr>
        <p:spPr>
          <a:xfrm>
            <a:off x="8549640" y="4709160"/>
            <a:ext cx="255905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700" b="1" cap="none">
                <a:solidFill>
                  <a:srgbClr val="FFFFFF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12</a:t>
            </a:r>
            <a:endParaRPr lang="en-us" sz="700" cap="none"/>
          </a:p>
        </p:txBody>
      </p:sp>
      <p:sp>
        <p:nvSpPr>
          <p:cNvPr id="4" name="Text 2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AUAACABAACgMgAAEAUAABAAAAAmAAAACAAAAP//////////"/>
              </a:ext>
            </a:extLst>
          </p:cNvSpPr>
          <p:nvPr/>
        </p:nvSpPr>
        <p:spPr>
          <a:xfrm>
            <a:off x="914400" y="182880"/>
            <a:ext cx="731520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2400" b="1" cap="none">
                <a:solidFill>
                  <a:srgbClr val="1B4332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Próximos Passos</a:t>
            </a:r>
            <a:endParaRPr lang="en-us" sz="2400" cap="none"/>
          </a:p>
        </p:txBody>
      </p:sp>
      <p:sp>
        <p:nvSpPr>
          <p:cNvPr id="5" name="Shape 3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v95a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95aAP///wEAAAAAAAAAAAAAAAAAAAAAAAAAAAAAAAAAAAAAAAAAAAAAAAB/f38A5+bmA8zMzADAwP8Af39/AAAAAAAAAAAAAAAAAAAAAAAAAAAAIQAAABgAAAAUAAAAEBcAABAFAAAwIQAASgUAABAAAAAmAAAACAAAAP//////////"/>
              </a:ext>
            </a:extLst>
          </p:cNvSpPr>
          <p:nvPr/>
        </p:nvSpPr>
        <p:spPr>
          <a:xfrm>
            <a:off x="3749040" y="822960"/>
            <a:ext cx="1645920" cy="36830"/>
          </a:xfrm>
          <a:prstGeom prst="rect">
            <a:avLst/>
          </a:prstGeom>
          <a:solidFill>
            <a:srgbClr val="BFDE5A"/>
          </a:solidFill>
          <a:ln>
            <a:noFill/>
          </a:ln>
          <a:effectLst/>
        </p:spPr>
      </p:sp>
      <p:sp>
        <p:nvSpPr>
          <p:cNvPr id="6" name="Shape 4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BAAAAAAAAAMA5KwAyAAAAAQAAACMAAAAjAAAAIwAAAB4AAAAAAAAAZAAAAGQAAAAAAAAAZAAAAGQAAAAVAAAAYAAAAAAAAAAAAAAADwAAACADAAAAAAAAAAAAAAEAAACgMgAAVgcAAKr4//8BAAAAf39/AAEAAABkAAAAAAAAABQAAABAHwAAAAAAACYAAAAAAAAAwOD//wAAAAAmAAAAZAAAABYAAABMAAAAAQAAAAAAAAAGAAAAAAAAAAEAAAAAAAAAXAAAANb///8qAAAAZAAAAGQAAAAAAAAAy8vLAFwAAADW////KgAAAGQAAABkAAAAAAAAABcAAAAUAAAAAAAAAAAAAAD/fwAA/38AAAAAAAAJAAAABAAAAAAAAAAeAAAAaAAAAAAAAAAAAAAAAAAAAAAAAAAAAAAAECcAABAnAAAAAAAAAAAAAAAAAAAAAAAAAAAAAAAAAAAAAAAAAAAAAKA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MA5KwB/f38AAAAAAMvLywDAwP8Af39/AAAAAAAAAAAAAAAAAAAAAAAAAAAAIQAAABgAAAAUAAAA0AIAAHgGAABwNQAAuBEAABAAAAAmAAAACAAAAP//////////"/>
              </a:ext>
            </a:extLst>
          </p:cNvSpPr>
          <p:nvPr/>
        </p:nvSpPr>
        <p:spPr>
          <a:xfrm>
            <a:off x="457200" y="1051560"/>
            <a:ext cx="8229600" cy="1828800"/>
          </a:xfrm>
          <a:prstGeom prst="rect">
            <a:avLst/>
          </a:prstGeom>
          <a:solidFill>
            <a:srgbClr val="FFFFFF"/>
          </a:solidFill>
          <a:ln w="31750" cap="flat" cmpd="sng" algn="ctr">
            <a:solidFill>
              <a:srgbClr val="C0392B"/>
            </a:solidFill>
            <a:prstDash val="solid"/>
            <a:headEnd type="none"/>
            <a:tailEnd type="none"/>
          </a:ln>
          <a:effectLst>
            <a:outerShdw blurRad="101600" dist="37717" dir="8100000" algn="bl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wDkr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DkrAP///wEAAAAAAAAAAAAAAAAAAAAAAAAAAAAAAAAAAAAAAAAAAAAAAAB/f38A5+bmA8zMzADAwP8Af39/AAAAAAAAAAAAAAAAAAAAAAAAAAAAIQAAABgAAAAUAAAAgAQAAL0FAAAAEgAAbQcAABAAAAAmAAAACAAAAP//////////"/>
              </a:ext>
            </a:extLst>
          </p:cNvSpPr>
          <p:nvPr/>
        </p:nvSpPr>
        <p:spPr>
          <a:xfrm>
            <a:off x="731520" y="932815"/>
            <a:ext cx="219456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</p:sp>
      <p:pic>
        <p:nvPicPr>
          <p:cNvPr id="8" name="Image 0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BAFAADoBQAAMAYAAAgH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960120"/>
            <a:ext cx="182880" cy="1828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" name="Text 6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eAYAAL0FAAC4EQAAbQcAABAAAAAmAAAACAAAAP//////////"/>
              </a:ext>
            </a:extLst>
          </p:cNvSpPr>
          <p:nvPr/>
        </p:nvSpPr>
        <p:spPr>
          <a:xfrm>
            <a:off x="1051560" y="932815"/>
            <a:ext cx="18288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750" b="1" cap="none" spc="21">
                <a:solidFill>
                  <a:srgbClr val="FFFFFF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DECISÕES PARA A SOF</a:t>
            </a:r>
            <a:endParaRPr lang="en-us" sz="750" cap="none"/>
          </a:p>
        </p:txBody>
      </p:sp>
      <p:sp>
        <p:nvSpPr>
          <p:cNvPr id="10" name="Shape 7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2dnZ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2dnZAP///wEAAAAAAAAAAAAAAAAAAAAAAAAAAAAAAAAAAAAAAAAAAAAAAAB/f38A5+bmA8zMzADAwP8Af39/AAAAAAAAAAAAAAAAAAAAAAAAAAAAIQAAABgAAAAUAAAAWAUAAHAIAABoEwAAwA8AABAAAAAmAAAACAAAAP//////////"/>
              </a:ext>
            </a:extLst>
          </p:cNvSpPr>
          <p:nvPr/>
        </p:nvSpPr>
        <p:spPr>
          <a:xfrm>
            <a:off x="868680" y="1371600"/>
            <a:ext cx="2286000" cy="118872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</p:sp>
      <p:pic>
        <p:nvPicPr>
          <p:cNvPr id="11" name="Image 1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BwLAAAdCQAApA0AAKUL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1805940" y="1481455"/>
            <a:ext cx="411480" cy="4114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2" name="Text 8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WAUAAGAMAABoEwAAoA4AABAAAAAmAAAACAAAAP//////////"/>
              </a:ext>
            </a:extLst>
          </p:cNvSpPr>
          <p:nvPr/>
        </p:nvSpPr>
        <p:spPr>
          <a:xfrm>
            <a:off x="868680" y="2011680"/>
            <a:ext cx="22860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900" b="1" cap="none">
                <a:solidFill>
                  <a:srgbClr val="444444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Validar escopo inicial</a:t>
            </a:r>
            <a:endParaRPr lang="en-us" sz="900" cap="none"/>
          </a:p>
        </p:txBody>
      </p:sp>
      <p:sp>
        <p:nvSpPr>
          <p:cNvPr id="13" name="Shape 9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2dnZ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Ro1h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2dnZAP///wEAAAAAAAAAAAAAAAAAAAAAAAAAAAAAAAAAAAAAAAAAAAAAAAB/f38A5+bmA8zMzADAwP8Af39/AAAAAAAAAAAAAAAAAAAAAAAAAAAAIQAAABgAAAAUAAAAGBUAAHAIAAAoIwAAwA8AABAAAAAmAAAACAAAAP//////////"/>
              </a:ext>
            </a:extLst>
          </p:cNvSpPr>
          <p:nvPr/>
        </p:nvSpPr>
        <p:spPr>
          <a:xfrm>
            <a:off x="3429000" y="1371600"/>
            <a:ext cx="2286000" cy="118872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</p:sp>
      <p:pic>
        <p:nvPicPr>
          <p:cNvPr id="14" name="Image 2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NwaAAAdCQAAZB0AAKULAAAQAAAAJgAAAAgAAAD//////////w=="/>
              </a:ext>
            </a:extLst>
          </p:cNvPicPr>
          <p:nvPr/>
        </p:nvPicPr>
        <p:blipFill>
          <a:blip r:embed="rId5"/>
          <a:stretch>
            <a:fillRect/>
          </a:stretch>
        </p:blipFill>
        <p:spPr>
          <a:xfrm>
            <a:off x="4366260" y="1481455"/>
            <a:ext cx="411480" cy="4114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5" name="Text 10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BUAAGAMAAAoIwAAoA4AABAAAAAmAAAACAAAAP//////////"/>
              </a:ext>
            </a:extLst>
          </p:cNvSpPr>
          <p:nvPr/>
        </p:nvSpPr>
        <p:spPr>
          <a:xfrm>
            <a:off x="3429000" y="2011680"/>
            <a:ext cx="22860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900" b="1" cap="none">
                <a:solidFill>
                  <a:srgbClr val="444444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Indicar ponto focal</a:t>
            </a:r>
            <a:endParaRPr lang="en-us" sz="900" cap="none"/>
          </a:p>
        </p:txBody>
      </p:sp>
      <p:sp>
        <p:nvSpPr>
          <p:cNvPr id="16" name="Shape 11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2dnZ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2dnZAP///wEAAAAAAAAAAAAAAAAAAAAAAAAAAAAAAAAAAAAAAAAAAAAAAAB/f38A5+bmA8zMzADAwP8Af39/AAAAAAAAAAAAAAAAAAAAAAAAAAAAIQAAABgAAAAUAAAA2CQAAHAIAADoMgAAwA8AABAAAAAmAAAACAAAAP//////////"/>
              </a:ext>
            </a:extLst>
          </p:cNvSpPr>
          <p:nvPr/>
        </p:nvSpPr>
        <p:spPr>
          <a:xfrm>
            <a:off x="5989320" y="1371600"/>
            <a:ext cx="2286000" cy="118872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</p:sp>
      <p:pic>
        <p:nvPicPr>
          <p:cNvPr id="17" name="Image 3" descr="preencoded.png"/>
          <p:cNvPicPr>
            <a:picLocks noChangeAspect="1"/>
            <a:extLst>
              <a:ext uri="smNativeData">
                <pr:smNativeData xmlns:pr="smNativeData" xmlns="smNativeData" val="SMDATA_17_zxa2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JwqAAAdCQAAJC0AAKULAAAQAAAAJgAAAAgAAAD//////////w=="/>
              </a:ext>
            </a:extLst>
          </p:cNvPicPr>
          <p:nvPr/>
        </p:nvPicPr>
        <p:blipFill>
          <a:blip r:embed="rId6"/>
          <a:stretch>
            <a:fillRect/>
          </a:stretch>
        </p:blipFill>
        <p:spPr>
          <a:xfrm>
            <a:off x="6926580" y="1481455"/>
            <a:ext cx="411480" cy="4114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8" name="Text 12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2CQAAGAMAADoMgAAoA4AABAAAAAmAAAACAAAAP//////////"/>
              </a:ext>
            </a:extLst>
          </p:cNvSpPr>
          <p:nvPr/>
        </p:nvSpPr>
        <p:spPr>
          <a:xfrm>
            <a:off x="5989320" y="2011680"/>
            <a:ext cx="22860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900" b="1" cap="none">
                <a:solidFill>
                  <a:srgbClr val="444444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Priorizar módulos fase 1</a:t>
            </a:r>
            <a:endParaRPr lang="en-us" sz="900" cap="none"/>
          </a:p>
        </p:txBody>
      </p:sp>
      <p:sp>
        <p:nvSpPr>
          <p:cNvPr id="19" name="Shape 13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XgAAAOT///8cAAAAZAAAAGQAAAAAAAAAy8vLAF4AAADk////HAAAAGQAAABkAAAAAAAAABcAAAAUAAAAAAAAAAAAAAD/fwAA/38AAAAAAAAJAAAABAAAAAAAAAAeAAAAaAAAAAAAAAAAAAAAAAAAAAAAAAAAAAAAECcAABAnAAAAAAAAAAAAAAAAAAAAAAAAAAAAAAAAAAAAAAAAAAAAAFA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hAMAAGgTAADEDgAAmBkAABAAAAAmAAAACAAAAP//////////"/>
              </a:ext>
            </a:extLst>
          </p:cNvSpPr>
          <p:nvPr/>
        </p:nvSpPr>
        <p:spPr>
          <a:xfrm>
            <a:off x="571500" y="3154680"/>
            <a:ext cx="182880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145" dir="8100000" algn="bl">
              <a:srgbClr val="000000">
                <a:alpha val="6000"/>
              </a:srgbClr>
            </a:outerShdw>
          </a:effectLst>
        </p:spPr>
      </p:sp>
      <p:sp>
        <p:nvSpPr>
          <p:cNvPr id="20" name="Shape 14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Cd2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Cd2AP///wEAAAAAAAAAAAAAAAAAAAAAAAAAAAAAAAAAAAAAAAAAAAAAAAB/f38A5+bmA8zMzADAwP8Af39/AAAAAAAAAAAAAAAAAAAAAAAAAAAAIQAAABgAAAAUAAAAhAMAAGgTAADEDgAAohMAABAAAAAmAAAACAAAAP//////////"/>
              </a:ext>
            </a:extLst>
          </p:cNvSpPr>
          <p:nvPr/>
        </p:nvSpPr>
        <p:spPr>
          <a:xfrm>
            <a:off x="571500" y="3154680"/>
            <a:ext cx="1828800" cy="36830"/>
          </a:xfrm>
          <a:prstGeom prst="rect">
            <a:avLst/>
          </a:prstGeom>
          <a:solidFill>
            <a:srgbClr val="002776"/>
          </a:solidFill>
          <a:ln>
            <a:noFill/>
          </a:ln>
          <a:effectLst/>
        </p:spPr>
      </p:sp>
      <p:sp>
        <p:nvSpPr>
          <p:cNvPr id="21" name="Shape 15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Cd2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Cd2AP///wEAAAAAAAAAAAAAAAAAAAAAAAAAAAAAAAAAAAAAAAAAAAAAAAB/f38A5+bmA8zMzADAwP8Af39/AAAAAAAAAAAAAAAAAAAAAAAAAAAAIQAAABgAAAAUAAAATAgAAIgUAAD8CQAAOBYAABAAAAAmAAAACAAAAP//////////"/>
              </a:ext>
            </a:extLst>
          </p:cNvSpPr>
          <p:nvPr/>
        </p:nvSpPr>
        <p:spPr>
          <a:xfrm>
            <a:off x="1348740" y="3337560"/>
            <a:ext cx="274320" cy="274320"/>
          </a:xfrm>
          <a:prstGeom prst="rect">
            <a:avLst/>
          </a:prstGeom>
          <a:solidFill>
            <a:srgbClr val="002776"/>
          </a:solidFill>
          <a:ln>
            <a:noFill/>
          </a:ln>
          <a:effectLst/>
        </p:spPr>
      </p:sp>
      <p:sp>
        <p:nvSpPr>
          <p:cNvPr id="22" name="Text 16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B2nz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TAgAAIgUAAD8CQAAOBYAABAAAAAmAAAACAAAAP//////////"/>
              </a:ext>
            </a:extLst>
          </p:cNvSpPr>
          <p:nvPr/>
        </p:nvSpPr>
        <p:spPr>
          <a:xfrm>
            <a:off x="1348740" y="3337560"/>
            <a:ext cx="2743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900" b="1" cap="none">
                <a:solidFill>
                  <a:srgbClr val="FFFFFF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1</a:t>
            </a:r>
            <a:endParaRPr lang="en-us" sz="900" cap="none"/>
          </a:p>
        </p:txBody>
      </p:sp>
      <p:sp>
        <p:nvSpPr>
          <p:cNvPr id="23" name="Text 17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hAMAAMgWAADEDgAAwBgAABAAAAAmAAAACAAAAP//////////"/>
              </a:ext>
            </a:extLst>
          </p:cNvSpPr>
          <p:nvPr/>
        </p:nvSpPr>
        <p:spPr>
          <a:xfrm>
            <a:off x="571500" y="3703320"/>
            <a:ext cx="18288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900" b="1" cap="none">
                <a:solidFill>
                  <a:srgbClr val="002776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Requisitos</a:t>
            </a:r>
            <a:endParaRPr lang="en-us" sz="900" cap="none"/>
          </a:p>
        </p:txBody>
      </p:sp>
      <p:sp>
        <p:nvSpPr>
          <p:cNvPr id="24" name="Shape 18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XgAAAOT///8cAAAAZAAAAGQAAAAAAAAAy8vLAF4AAADk////HAAAAGQAAABkAAAAAAAAABcAAAAUAAAAAAAAAAAAAAD/fwAA/38AAAAAAAAJAAAABAAAAAAAAAAeAAAAaAAAAAAAAAAAAAAAAAAAAAAAAAAAAAAAECcAABAnAAAAAAAAAAAAAAAAAAAAAAAAAAAAAAAAAAAAAAAAAAAAAFA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LBAAAGgTAABsGwAAmBkAABAAAAAmAAAACAAAAP//////////"/>
              </a:ext>
            </a:extLst>
          </p:cNvSpPr>
          <p:nvPr/>
        </p:nvSpPr>
        <p:spPr>
          <a:xfrm>
            <a:off x="2628900" y="3154680"/>
            <a:ext cx="182880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145" dir="8100000" algn="bl">
              <a:srgbClr val="000000">
                <a:alpha val="6000"/>
              </a:srgbClr>
            </a:outerShdw>
          </a:effectLst>
        </p:spPr>
      </p:sp>
      <p:sp>
        <p:nvSpPr>
          <p:cNvPr id="25" name="Shape 19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JWOg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JWOgAP///wEAAAAAAAAAAAAAAAAAAAAAAAAAAAAAAAAAAAAAAAAAAAAAAAB/f38A5+bmA8zMzADAwP8Af39/AAAAAAAAAAAAAAAAAAAAAAAAAAAAIQAAABgAAAAUAAAALBAAAGgTAABsGwAAohMAABAAAAAmAAAACAAAAP//////////"/>
              </a:ext>
            </a:extLst>
          </p:cNvSpPr>
          <p:nvPr/>
        </p:nvSpPr>
        <p:spPr>
          <a:xfrm>
            <a:off x="2628900" y="3154680"/>
            <a:ext cx="1828800" cy="36830"/>
          </a:xfrm>
          <a:prstGeom prst="rect">
            <a:avLst/>
          </a:prstGeom>
          <a:solidFill>
            <a:srgbClr val="2563A0"/>
          </a:solidFill>
          <a:ln>
            <a:noFill/>
          </a:ln>
          <a:effectLst/>
        </p:spPr>
      </p:sp>
      <p:sp>
        <p:nvSpPr>
          <p:cNvPr id="26" name="Shape 20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JWOg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JB6vb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JWOgAP///wEAAAAAAAAAAAAAAAAAAAAAAAAAAAAAAAAAAAAAAAAAAAAAAAB/f38A5+bmA8zMzADAwP8Af39/AAAAAAAAAAAAAAAAAAAAAAAAAAAAIQAAABgAAAAUAAAA9BQAAIgUAACkFgAAOBYAABAAAAAmAAAACAAAAP//////////"/>
              </a:ext>
            </a:extLst>
          </p:cNvSpPr>
          <p:nvPr/>
        </p:nvSpPr>
        <p:spPr>
          <a:xfrm>
            <a:off x="3406140" y="3337560"/>
            <a:ext cx="274320" cy="274320"/>
          </a:xfrm>
          <a:prstGeom prst="rect">
            <a:avLst/>
          </a:prstGeom>
          <a:solidFill>
            <a:srgbClr val="2563A0"/>
          </a:solidFill>
          <a:ln>
            <a:noFill/>
          </a:ln>
          <a:effectLst/>
        </p:spPr>
      </p:sp>
      <p:sp>
        <p:nvSpPr>
          <p:cNvPr id="27" name="Text 21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9BQAAIgUAACkFgAAOBYAABAAAAAmAAAACAAAAP//////////"/>
              </a:ext>
            </a:extLst>
          </p:cNvSpPr>
          <p:nvPr/>
        </p:nvSpPr>
        <p:spPr>
          <a:xfrm>
            <a:off x="3406140" y="3337560"/>
            <a:ext cx="2743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900" b="1" cap="none">
                <a:solidFill>
                  <a:srgbClr val="FFFFFF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2</a:t>
            </a:r>
            <a:endParaRPr lang="en-us" sz="900" cap="none"/>
          </a:p>
        </p:txBody>
      </p:sp>
      <p:sp>
        <p:nvSpPr>
          <p:cNvPr id="28" name="Text 22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Kgy1K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LBAAAMgWAABsGwAAwBgAABAAAAAmAAAACAAAAP//////////"/>
              </a:ext>
            </a:extLst>
          </p:cNvSpPr>
          <p:nvPr/>
        </p:nvSpPr>
        <p:spPr>
          <a:xfrm>
            <a:off x="2628900" y="3703320"/>
            <a:ext cx="18288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900" b="1" cap="none">
                <a:solidFill>
                  <a:srgbClr val="2563A0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Protótipo</a:t>
            </a:r>
            <a:endParaRPr lang="en-us" sz="900" cap="none"/>
          </a:p>
        </p:txBody>
      </p:sp>
      <p:sp>
        <p:nvSpPr>
          <p:cNvPr id="29" name="Shape 23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XgAAAOT///8cAAAAZAAAAGQAAAAAAAAAy8vLAF4AAADk////HAAAAGQAAABkAAAAAAAAABcAAAAUAAAAAAAAAAAAAAD/fwAA/38AAAAAAAAJAAAABAAAAAAAAAAeAAAAaAAAAAAAAAAAAAAAAAAAAAAAAAAAAAAAECcAABAnAAAAAAAAAAAAAAAAAAAAAAAAAAAAAAAAAAAAAAAAAAAAAFA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1BwAAGgTAAAUKAAAmBkAABAAAAAmAAAACAAAAP//////////"/>
              </a:ext>
            </a:extLst>
          </p:cNvSpPr>
          <p:nvPr/>
        </p:nvSpPr>
        <p:spPr>
          <a:xfrm>
            <a:off x="4686300" y="3154680"/>
            <a:ext cx="182880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145" dir="8100000" algn="bl">
              <a:srgbClr val="000000">
                <a:alpha val="6000"/>
              </a:srgbClr>
            </a:outerShdw>
          </a:effectLst>
        </p:spPr>
      </p:sp>
      <p:sp>
        <p:nvSpPr>
          <p:cNvPr id="30" name="Shape 24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KAA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KAAAP///wEAAAAAAAAAAAAAAAAAAAAAAAAAAAAAAAAAAAAAAAAAAAAAAAB/f38A5+bmA8zMzADAwP8Af39/AAAAAAAAAAAAAAAAAAAAAAAAAAAAIQAAABgAAAAUAAAA1BwAAGgTAAAUKAAAohMAABAAAAAmAAAACAAAAP//////////"/>
              </a:ext>
            </a:extLst>
          </p:cNvSpPr>
          <p:nvPr/>
        </p:nvSpPr>
        <p:spPr>
          <a:xfrm>
            <a:off x="4686300" y="3154680"/>
            <a:ext cx="1828800" cy="36830"/>
          </a:xfrm>
          <a:prstGeom prst="rect">
            <a:avLst/>
          </a:prstGeom>
          <a:solidFill>
            <a:srgbClr val="00A000"/>
          </a:solidFill>
          <a:ln>
            <a:noFill/>
          </a:ln>
          <a:effectLst/>
        </p:spPr>
      </p:sp>
      <p:sp>
        <p:nvSpPr>
          <p:cNvPr id="31" name="Shape 25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KAA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NFrAO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KAAAP///wEAAAAAAAAAAAAAAAAAAAAAAAAAAAAAAAAAAAAAAAAAAAAAAAB/f38A5+bmA8zMzADAwP8Af39/AAAAAAAAAAAAAAAAAAAAAAAAAAAAIQAAABgAAAAUAAAAnCEAAIgUAABMIwAAOBYAABAAAAAmAAAACAAAAP//////////"/>
              </a:ext>
            </a:extLst>
          </p:cNvSpPr>
          <p:nvPr/>
        </p:nvSpPr>
        <p:spPr>
          <a:xfrm>
            <a:off x="5463540" y="3337560"/>
            <a:ext cx="274320" cy="274320"/>
          </a:xfrm>
          <a:prstGeom prst="rect">
            <a:avLst/>
          </a:prstGeom>
          <a:solidFill>
            <a:srgbClr val="00A000"/>
          </a:solidFill>
          <a:ln>
            <a:noFill/>
          </a:ln>
          <a:effectLst/>
        </p:spPr>
      </p:sp>
      <p:sp>
        <p:nvSpPr>
          <p:cNvPr id="32" name="Text 26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nCEAAIgUAABMIwAAOBYAABAAAAAmAAAACAAAAP//////////"/>
              </a:ext>
            </a:extLst>
          </p:cNvSpPr>
          <p:nvPr/>
        </p:nvSpPr>
        <p:spPr>
          <a:xfrm>
            <a:off x="5463540" y="3337560"/>
            <a:ext cx="2743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900" b="1" cap="none">
                <a:solidFill>
                  <a:srgbClr val="FFFFFF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3</a:t>
            </a:r>
            <a:endParaRPr lang="en-us" sz="900" cap="none"/>
          </a:p>
        </p:txBody>
      </p:sp>
      <p:sp>
        <p:nvSpPr>
          <p:cNvPr id="33" name="Text 27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1BwAAMgWAAAUKAAAwBgAABAAAAAmAAAACAAAAP//////////"/>
              </a:ext>
            </a:extLst>
          </p:cNvSpPr>
          <p:nvPr/>
        </p:nvSpPr>
        <p:spPr>
          <a:xfrm>
            <a:off x="4686300" y="3703320"/>
            <a:ext cx="18288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900" b="1" cap="none">
                <a:solidFill>
                  <a:srgbClr val="00A000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Integrações</a:t>
            </a:r>
            <a:endParaRPr lang="en-us" sz="900" cap="none"/>
          </a:p>
        </p:txBody>
      </p:sp>
      <p:sp>
        <p:nvSpPr>
          <p:cNvPr id="34" name="Shape 28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XgAAAOT///8cAAAAZAAAAGQAAAAAAAAAy8vLAF4AAADk////HAAAAGQAAABkAAAAAAAAABcAAAAUAAAAAAAAAAAAAAD/fwAA/38AAAAAAAAJAAAABAAAAAAAAAAeAAAAaAAAAAAAAAAAAAAAAAAAAAAAAAAAAAAAECcAABAnAAAAAAAAAAAAAAAAAAAAAAAAAAAAAAAAAAAAAAAAAAAAAFA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fCkAAGgTAAC8NAAAmBkAABAAAAAmAAAACAAAAP//////////"/>
              </a:ext>
            </a:extLst>
          </p:cNvSpPr>
          <p:nvPr/>
        </p:nvSpPr>
        <p:spPr>
          <a:xfrm>
            <a:off x="6743700" y="3154680"/>
            <a:ext cx="182880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145" dir="8100000" algn="bl">
              <a:srgbClr val="000000">
                <a:alpha val="6000"/>
              </a:srgbClr>
            </a:outerShdw>
          </a:effectLst>
        </p:spPr>
      </p:sp>
      <p:sp>
        <p:nvSpPr>
          <p:cNvPr id="35" name="Shape 29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G0My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0MyAP///wEAAAAAAAAAAAAAAAAAAAAAAAAAAAAAAAAAAAAAAAAAAAAAAAB/f38A5+bmA8zMzADAwP8Af39/AAAAAAAAAAAAAAAAAAAAAAAAAAAAIQAAABgAAAAUAAAAfCkAAGgTAAC8NAAAohMAABAAAAAmAAAACAAAAP//////////"/>
              </a:ext>
            </a:extLst>
          </p:cNvSpPr>
          <p:nvPr/>
        </p:nvSpPr>
        <p:spPr>
          <a:xfrm>
            <a:off x="6743700" y="3154680"/>
            <a:ext cx="1828800" cy="3683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</p:sp>
      <p:sp>
        <p:nvSpPr>
          <p:cNvPr id="36" name="Shape 30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G0My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0MyAP///wEAAAAAAAAAAAAAAAAAAAAAAAAAAAAAAAAAAAAAAAAAAAAAAAB/f38A5+bmA8zMzADAwP8Af39/AAAAAAAAAAAAAAAAAAAAAAAAAAAAIQAAABgAAAAUAAAARC4AAIgUAAD0LwAAOBYAABAAAAAmAAAACAAAAP//////////"/>
              </a:ext>
            </a:extLst>
          </p:cNvSpPr>
          <p:nvPr/>
        </p:nvSpPr>
        <p:spPr>
          <a:xfrm>
            <a:off x="7520940" y="3337560"/>
            <a:ext cx="274320" cy="27432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</p:sp>
      <p:sp>
        <p:nvSpPr>
          <p:cNvPr id="37" name="Text 31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RC4AAIgUAAD0LwAAOBYAABAAAAAmAAAACAAAAP//////////"/>
              </a:ext>
            </a:extLst>
          </p:cNvSpPr>
          <p:nvPr/>
        </p:nvSpPr>
        <p:spPr>
          <a:xfrm>
            <a:off x="7520940" y="3337560"/>
            <a:ext cx="2743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900" b="1" cap="none">
                <a:solidFill>
                  <a:srgbClr val="FFFFFF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4</a:t>
            </a:r>
            <a:endParaRPr lang="en-us" sz="900" cap="none"/>
          </a:p>
        </p:txBody>
      </p:sp>
      <p:sp>
        <p:nvSpPr>
          <p:cNvPr id="38" name="Text 32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fCkAAMgWAAC8NAAAwBgAABAAAAAmAAAACAAAAP//////////"/>
              </a:ext>
            </a:extLst>
          </p:cNvSpPr>
          <p:nvPr/>
        </p:nvSpPr>
        <p:spPr>
          <a:xfrm>
            <a:off x="6743700" y="3703320"/>
            <a:ext cx="18288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900" b="1" cap="none">
                <a:solidFill>
                  <a:srgbClr val="1B4332"/>
                </a:solidFill>
                <a:latin typeface="Arial Black" pitchFamily="2" charset="0"/>
                <a:ea typeface="Arial Black" pitchFamily="2" charset="0"/>
                <a:cs typeface="Arial Black" pitchFamily="2" charset="0"/>
              </a:rPr>
              <a:t>Construção</a:t>
            </a:r>
            <a:endParaRPr lang="en-us" sz="900" cap="none"/>
          </a:p>
        </p:txBody>
      </p:sp>
      <p:sp>
        <p:nvSpPr>
          <p:cNvPr id="39" name="Shape 33"/>
          <p:cNvSpPr>
            <a:extLst>
              <a:ext uri="smNativeData">
                <pr:smNativeData xmlns:pr="smNativeData" xmlns="smNativeData" val="SMDATA_15_zxa2aRMAAAAlAAAACg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NnZ2Q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NnZ2QB/f38A5+bmA8zMzADAwP8Af39/AAAAAAAAAAAAAAAAAAAAAAAAAAAAIQAAABgAAAAUAAAAoAUAAJAbAACgMgAAkBsAABAAAAAmAAAACAAAAP//////////"/>
              </a:ext>
            </a:extLst>
          </p:cNvSpPr>
          <p:nvPr/>
        </p:nvSpPr>
        <p:spPr>
          <a:xfrm>
            <a:off x="914400" y="4480560"/>
            <a:ext cx="7315200" cy="0"/>
          </a:xfrm>
          <a:prstGeom prst="line">
            <a:avLst/>
          </a:prstGeom>
          <a:noFill/>
          <a:ln w="12700" cap="flat" cmpd="sng" algn="ctr">
            <a:solidFill>
              <a:srgbClr val="D9D9D9"/>
            </a:solidFill>
            <a:prstDash val="solid"/>
            <a:headEnd type="none"/>
            <a:tailEnd type="none"/>
          </a:ln>
          <a:effectLst/>
        </p:spPr>
      </p:sp>
      <p:sp>
        <p:nvSpPr>
          <p:cNvPr id="40" name="Text 34"/>
          <p:cNvSpPr>
            <a:extLst>
              <a:ext uri="smNativeData">
                <pr:smNativeData xmlns:pr="smNativeData" xmlns="smNativeData" val="SMDATA_15_zxa2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sBMAANgbAACQJAAAiB0AABAAAAAmAAAACAAAAP//////////"/>
              </a:ext>
            </a:extLst>
          </p:cNvSpPr>
          <p:nvPr/>
        </p:nvSpPr>
        <p:spPr>
          <a:xfrm>
            <a:off x="3200400" y="4526280"/>
            <a:ext cx="27432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950" b="1" cap="none">
                <a:solidFill>
                  <a:srgbClr val="999999"/>
                </a:solidFill>
                <a:latin typeface="Arial" pitchFamily="2" charset="0"/>
                <a:ea typeface="Arial" pitchFamily="2" charset="0"/>
                <a:cs typeface="Arial" pitchFamily="2" charset="0"/>
              </a:rPr>
              <a:t>Painel Principal</a:t>
            </a:r>
            <a:endParaRPr lang="en-us" sz="950" cap="none"/>
          </a:p>
        </p:txBody>
      </p:sp>
      <p:sp>
        <p:nvSpPr>
          <p:cNvPr id="41" name="Shape 35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Jc5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Jc5AP///wEAAAAAAAAAAAAAAAAAAAAAAAAAAAAAAAAAAAAAAAAAADMzMwB/f38A5+bmA8zMzADAwP8Af39/AAAAAAAAAAAAAAAAAAAAAAAAAAAAIQAAABgAAAAUAAAAAAAAAKwdAADeAgAApB8AABAAAAAmAAAACAAAAP//////////"/>
              </a:ext>
            </a:extLst>
          </p:cNvSpPr>
          <p:nvPr/>
        </p:nvSpPr>
        <p:spPr>
          <a:xfrm>
            <a:off x="0" y="4823460"/>
            <a:ext cx="466090" cy="320040"/>
          </a:xfrm>
          <a:prstGeom prst="rect">
            <a:avLst/>
          </a:prstGeom>
          <a:solidFill>
            <a:srgbClr val="009739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42" name="Shape 36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9cA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cAAP///wEAAAAAAAAAAAAAAAAAAAAAAAAAAAAAAAAAAAAAAAAAADMzMwB/f38A5+bmA8zMzADAwP8Af39/AAAAAAAAAAAAAAAAAAAAAAAAAAAAIQAAABgAAAAUAAAA0AIAAKwdAACuBQAApB8AABAAAAAmAAAACAAAAP//////////"/>
              </a:ext>
            </a:extLst>
          </p:cNvSpPr>
          <p:nvPr/>
        </p:nvSpPr>
        <p:spPr>
          <a:xfrm>
            <a:off x="457200" y="4823460"/>
            <a:ext cx="466090" cy="320040"/>
          </a:xfrm>
          <a:prstGeom prst="rect">
            <a:avLst/>
          </a:prstGeom>
          <a:solidFill>
            <a:srgbClr val="FFD700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43" name="Shape 37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Jc5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Jc5AP///wEAAAAAAAAAAAAAAAAAAAAAAAAAAAAAAAAAAAAAAAAAADMzMwB/f38A5+bmA8zMzADAwP8Af39/AAAAAAAAAAAAAAAAAAAAAAAAAAAAIQAAABgAAAAUAAAAoAUAAKwdAAB+CAAApB8AABAAAAAmAAAACAAAAP//////////"/>
              </a:ext>
            </a:extLst>
          </p:cNvSpPr>
          <p:nvPr/>
        </p:nvSpPr>
        <p:spPr>
          <a:xfrm>
            <a:off x="914400" y="4823460"/>
            <a:ext cx="466090" cy="320040"/>
          </a:xfrm>
          <a:prstGeom prst="rect">
            <a:avLst/>
          </a:prstGeom>
          <a:solidFill>
            <a:srgbClr val="009739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44" name="Shape 38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Cd2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Cd2AP///wEAAAAAAAAAAAAAAAAAAAAAAAAAAAAAAAAAAAAAAAAAADMzMwB/f38A5+bmA8zMzADAwP8Af39/AAAAAAAAAAAAAAAAAAAAAAAAAAAAIQAAABgAAAAUAAAAcAgAAKwdAABOCwAApB8AABAAAAAmAAAACAAAAP//////////"/>
              </a:ext>
            </a:extLst>
          </p:cNvSpPr>
          <p:nvPr/>
        </p:nvSpPr>
        <p:spPr>
          <a:xfrm>
            <a:off x="1371600" y="4823460"/>
            <a:ext cx="466090" cy="320040"/>
          </a:xfrm>
          <a:prstGeom prst="rect">
            <a:avLst/>
          </a:prstGeom>
          <a:solidFill>
            <a:srgbClr val="002776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45" name="Shape 39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9cA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cAAP///wEAAAAAAAAAAAAAAAAAAAAAAAAAAAAAAAAAAAAAAAAAADMzMwB/f38A5+bmA8zMzADAwP8Af39/AAAAAAAAAAAAAAAAAAAAAAAAAAAAIQAAABgAAAAUAAAAQAsAAKwdAAAeDgAApB8AABAAAAAmAAAACAAAAP//////////"/>
              </a:ext>
            </a:extLst>
          </p:cNvSpPr>
          <p:nvPr/>
        </p:nvSpPr>
        <p:spPr>
          <a:xfrm>
            <a:off x="1828800" y="4823460"/>
            <a:ext cx="466090" cy="320040"/>
          </a:xfrm>
          <a:prstGeom prst="rect">
            <a:avLst/>
          </a:prstGeom>
          <a:solidFill>
            <a:srgbClr val="FFD700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46" name="Shape 40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zAAA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zAAAAP///wEAAAAAAAAAAAAAAAAAAAAAAAAAAAAAAAAAAAAAAAAAADMzMwB/f38A5+bmA8zMzADAwP8Af39/AAAAAAAAAAAAAAAAAAAAAAAAAAAAIQAAABgAAAAUAAAAEA4AAKwdAADuEAAApB8AABAAAAAmAAAACAAAAP//////////"/>
              </a:ext>
            </a:extLst>
          </p:cNvSpPr>
          <p:nvPr/>
        </p:nvSpPr>
        <p:spPr>
          <a:xfrm>
            <a:off x="2286000" y="4823460"/>
            <a:ext cx="466090" cy="320040"/>
          </a:xfrm>
          <a:prstGeom prst="rect">
            <a:avLst/>
          </a:prstGeom>
          <a:solidFill>
            <a:srgbClr val="CC0000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47" name="Shape 41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Jc5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Jc5AP///wEAAAAAAAAAAAAAAAAAAAAAAAAAAAAAAAAAAAAAAAAAADMzMwB/f38A5+bmA8zMzADAwP8Af39/AAAAAAAAAAAAAAAAAAAAAAAAAAAAIQAAABgAAAAUAAAA4BAAAKwdAAC+EwAApB8AABAAAAAmAAAACAAAAP//////////"/>
              </a:ext>
            </a:extLst>
          </p:cNvSpPr>
          <p:nvPr/>
        </p:nvSpPr>
        <p:spPr>
          <a:xfrm>
            <a:off x="2743200" y="4823460"/>
            <a:ext cx="466090" cy="320040"/>
          </a:xfrm>
          <a:prstGeom prst="rect">
            <a:avLst/>
          </a:prstGeom>
          <a:solidFill>
            <a:srgbClr val="009739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48" name="Shape 42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9cA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cAAP///wEAAAAAAAAAAAAAAAAAAAAAAAAAAAAAAAAAAAAAAAAAADMzMwB/f38A5+bmA8zMzADAwP8Af39/AAAAAAAAAAAAAAAAAAAAAAAAAAAAIQAAABgAAAAUAAAAsBMAAKwdAACOFgAApB8AABAAAAAmAAAACAAAAP//////////"/>
              </a:ext>
            </a:extLst>
          </p:cNvSpPr>
          <p:nvPr/>
        </p:nvSpPr>
        <p:spPr>
          <a:xfrm>
            <a:off x="3200400" y="4823460"/>
            <a:ext cx="466090" cy="320040"/>
          </a:xfrm>
          <a:prstGeom prst="rect">
            <a:avLst/>
          </a:prstGeom>
          <a:solidFill>
            <a:srgbClr val="FFD700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49" name="Shape 43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Cd2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pgB4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Cd2AP///wEAAAAAAAAAAAAAAAAAAAAAAAAAAAAAAAAAAAAAAAAAADMzMwB/f38A5+bmA8zMzADAwP8Af39/AAAAAAAAAAAAAAAAAAAAAAAAAAAAIQAAABgAAAAUAAAAgBYAAKwdAABeGQAApB8AABAAAAAmAAAACAAAAP//////////"/>
              </a:ext>
            </a:extLst>
          </p:cNvSpPr>
          <p:nvPr/>
        </p:nvSpPr>
        <p:spPr>
          <a:xfrm>
            <a:off x="3657600" y="4823460"/>
            <a:ext cx="466090" cy="320040"/>
          </a:xfrm>
          <a:prstGeom prst="rect">
            <a:avLst/>
          </a:prstGeom>
          <a:solidFill>
            <a:srgbClr val="002776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50" name="Shape 44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Jc5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Jc5AP///wEAAAAAAAAAAAAAAAAAAAAAAAAAAAAAAAAAAAAAAAAAADMzMwB/f38A5+bmA8zMzADAwP8Af39/AAAAAAAAAAAAAAAAAAAAAAAAAAAAIQAAABgAAAAUAAAAUBkAAKwdAAAuHAAApB8AABAAAAAmAAAACAAAAP//////////"/>
              </a:ext>
            </a:extLst>
          </p:cNvSpPr>
          <p:nvPr/>
        </p:nvSpPr>
        <p:spPr>
          <a:xfrm>
            <a:off x="4114800" y="4823460"/>
            <a:ext cx="466090" cy="320040"/>
          </a:xfrm>
          <a:prstGeom prst="rect">
            <a:avLst/>
          </a:prstGeom>
          <a:solidFill>
            <a:srgbClr val="009739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51" name="Shape 45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zAAA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zAAAAP///wEAAAAAAAAAAAAAAAAAAAAAAAAAAAAAAAAAAAAAAAAAADMzMwB/f38A5+bmA8zMzADAwP8Af39/AAAAAAAAAAAAAAAAAAAAAAAAAAAAIQAAABgAAAAUAAAAIBwAAKwdAAD+HgAApB8AABAAAAAmAAAACAAAAP//////////"/>
              </a:ext>
            </a:extLst>
          </p:cNvSpPr>
          <p:nvPr/>
        </p:nvSpPr>
        <p:spPr>
          <a:xfrm>
            <a:off x="4572000" y="4823460"/>
            <a:ext cx="466090" cy="320040"/>
          </a:xfrm>
          <a:prstGeom prst="rect">
            <a:avLst/>
          </a:prstGeom>
          <a:solidFill>
            <a:srgbClr val="CC0000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52" name="Shape 46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9cA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cAAP///wEAAAAAAAAAAAAAAAAAAAAAAAAAAAAAAAAAAAAAAAAAADMzMwB/f38A5+bmA8zMzADAwP8Af39/AAAAAAAAAAAAAAAAAAAAAAAAAAAAIQAAABgAAAAUAAAA8B4AAKwdAADOIQAApB8AABAAAAAmAAAACAAAAP//////////"/>
              </a:ext>
            </a:extLst>
          </p:cNvSpPr>
          <p:nvPr/>
        </p:nvSpPr>
        <p:spPr>
          <a:xfrm>
            <a:off x="5029200" y="4823460"/>
            <a:ext cx="466090" cy="320040"/>
          </a:xfrm>
          <a:prstGeom prst="rect">
            <a:avLst/>
          </a:prstGeom>
          <a:solidFill>
            <a:srgbClr val="FFD700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53" name="Shape 47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Jc5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Jc5AP///wEAAAAAAAAAAAAAAAAAAAAAAAAAAAAAAAAAAAAAAAAAADMzMwB/f38A5+bmA8zMzADAwP8Af39/AAAAAAAAAAAAAAAAAAAAAAAAAAAAIQAAABgAAAAUAAAAwCEAAKwdAACeJAAApB8AABAAAAAmAAAACAAAAP//////////"/>
              </a:ext>
            </a:extLst>
          </p:cNvSpPr>
          <p:nvPr/>
        </p:nvSpPr>
        <p:spPr>
          <a:xfrm>
            <a:off x="5486400" y="4823460"/>
            <a:ext cx="466090" cy="320040"/>
          </a:xfrm>
          <a:prstGeom prst="rect">
            <a:avLst/>
          </a:prstGeom>
          <a:solidFill>
            <a:srgbClr val="009739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54" name="Shape 48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Cd2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Cd2AP///wEAAAAAAAAAAAAAAAAAAAAAAAAAAAAAAAAAAAAAAAAAADMzMwB/f38A5+bmA8zMzADAwP8Af39/AAAAAAAAAAAAAAAAAAAAAAAAAAAAIQAAABgAAAAUAAAAkCQAAKwdAABuJwAApB8AABAAAAAmAAAACAAAAP//////////"/>
              </a:ext>
            </a:extLst>
          </p:cNvSpPr>
          <p:nvPr/>
        </p:nvSpPr>
        <p:spPr>
          <a:xfrm>
            <a:off x="5943600" y="4823460"/>
            <a:ext cx="466090" cy="320040"/>
          </a:xfrm>
          <a:prstGeom prst="rect">
            <a:avLst/>
          </a:prstGeom>
          <a:solidFill>
            <a:srgbClr val="002776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55" name="Shape 49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9cA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cAAP///wEAAAAAAAAAAAAAAAAAAAAAAAAAAAAAAAAAAAAAAAAAADMzMwB/f38A5+bmA8zMzADAwP8Af39/AAAAAAAAAAAAAAAAAAAAAAAAAAAAIQAAABgAAAAUAAAAYCcAAKwdAAA+KgAApB8AABAAAAAmAAAACAAAAP//////////"/>
              </a:ext>
            </a:extLst>
          </p:cNvSpPr>
          <p:nvPr/>
        </p:nvSpPr>
        <p:spPr>
          <a:xfrm>
            <a:off x="6400800" y="4823460"/>
            <a:ext cx="466090" cy="320040"/>
          </a:xfrm>
          <a:prstGeom prst="rect">
            <a:avLst/>
          </a:prstGeom>
          <a:solidFill>
            <a:srgbClr val="FFD700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56" name="Shape 50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zAAA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zAAAAP///wEAAAAAAAAAAAAAAAAAAAAAAAAAAAAAAAAAAAAAAAAAADMzMwB/f38A5+bmA8zMzADAwP8Af39/AAAAAAAAAAAAAAAAAAAAAAAAAAAAIQAAABgAAAAUAAAAMCoAAKwdAAAOLQAApB8AABAAAAAmAAAACAAAAP//////////"/>
              </a:ext>
            </a:extLst>
          </p:cNvSpPr>
          <p:nvPr/>
        </p:nvSpPr>
        <p:spPr>
          <a:xfrm>
            <a:off x="6858000" y="4823460"/>
            <a:ext cx="466090" cy="320040"/>
          </a:xfrm>
          <a:prstGeom prst="rect">
            <a:avLst/>
          </a:prstGeom>
          <a:solidFill>
            <a:srgbClr val="CC0000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57" name="Shape 51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Jc5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Jc5AP///wEAAAAAAAAAAAAAAAAAAAAAAAAAAAAAAAAAAAAAAAAAADMzMwB/f38A5+bmA8zMzADAwP8Af39/AAAAAAAAAAAAAAAAAAAAAAAAAAAAIQAAABgAAAAUAAAAAC0AAKwdAADeLwAApB8AABAAAAAmAAAACAAAAP//////////"/>
              </a:ext>
            </a:extLst>
          </p:cNvSpPr>
          <p:nvPr/>
        </p:nvSpPr>
        <p:spPr>
          <a:xfrm>
            <a:off x="7315200" y="4823460"/>
            <a:ext cx="466090" cy="320040"/>
          </a:xfrm>
          <a:prstGeom prst="rect">
            <a:avLst/>
          </a:prstGeom>
          <a:solidFill>
            <a:srgbClr val="009739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58" name="Shape 52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/9cA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9cAAP///wEAAAAAAAAAAAAAAAAAAAAAAAAAAAAAAAAAAAAAAAAAADMzMwB/f38A5+bmA8zMzADAwP8Af39/AAAAAAAAAAAAAAAAAAAAAAAAAAAAIQAAABgAAAAUAAAA0C8AAKwdAACuMgAApB8AABAAAAAmAAAACAAAAP//////////"/>
              </a:ext>
            </a:extLst>
          </p:cNvSpPr>
          <p:nvPr/>
        </p:nvSpPr>
        <p:spPr>
          <a:xfrm>
            <a:off x="7772400" y="4823460"/>
            <a:ext cx="466090" cy="320040"/>
          </a:xfrm>
          <a:prstGeom prst="rect">
            <a:avLst/>
          </a:prstGeom>
          <a:solidFill>
            <a:srgbClr val="FFD700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59" name="Shape 53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Cd2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Cd2AP///wEAAAAAAAAAAAAAAAAAAAAAAAAAAAAAAAAAAAAAAAAAADMzMwB/f38A5+bmA8zMzADAwP8Af39/AAAAAAAAAAAAAAAAAAAAAAAAAAAAIQAAABgAAAAUAAAAoDIAAKwdAAB+NQAApB8AABAAAAAmAAAACAAAAP//////////"/>
              </a:ext>
            </a:extLst>
          </p:cNvSpPr>
          <p:nvPr/>
        </p:nvSpPr>
        <p:spPr>
          <a:xfrm>
            <a:off x="8229600" y="4823460"/>
            <a:ext cx="466090" cy="320040"/>
          </a:xfrm>
          <a:prstGeom prst="rect">
            <a:avLst/>
          </a:prstGeom>
          <a:solidFill>
            <a:srgbClr val="002776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  <p:sp>
        <p:nvSpPr>
          <p:cNvPr id="60" name="Shape 54"/>
          <p:cNvSpPr>
            <a:extLst>
              <a:ext uri="smNativeData">
                <pr:smNativeData xmlns:pr="smNativeData" xmlns="smNativeData" val="SMDATA_15_zxa2aRMAAAAlAAAAZAAAAA0AAAAAkAAAAEgAAACQAAAASAAAAAAAAAAAAAAAAAAAAAEAAABQAAAAAAAAAAAA4D8AAAAAAADgPwAAAAAAAOA/AAAAAAAA4D8AAAAAAADgPwAAAAAAAOA/AAAAAAAA4D8AAAAAAADgPwAAAAAAAOA/AAAAAAAA4D8CAAAAjAAAAAEAAAAAAAAAAJc5AP///wgAAAAAAAAAAAAAAAAAAAAAAAAAAAAAAAAAAAAAeAAAAAEAAABAAAAAAAAAAAAAAABaAAAAAAAAAAAAAAAAAAAAAAAAAAAAAAAAAAAAAAAAAAAAAAAAAAAAAAAAAAAAAAAAAAAAAAAAAAAAAAAAAAAAAAAAAAAAAAAAAAAAFAAAADwAAAABAAAAAAAAADMzM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Jc5AP///wEAAAAAAAAAAAAAAAAAAAAAAAAAAAAAAAAAAAAAAAAAADMzMwB/f38A5+bmA8zMzADAwP8Af39/AAAAAAAAAAAAAAAAAAAAAAAAAAAAIQAAABgAAAAUAAAAcDUAAKwdAABOOAAApB8AABAAAAAmAAAACAAAAP//////////"/>
              </a:ext>
            </a:extLst>
          </p:cNvSpPr>
          <p:nvPr/>
        </p:nvSpPr>
        <p:spPr>
          <a:xfrm>
            <a:off x="8686800" y="4823460"/>
            <a:ext cx="466090" cy="320040"/>
          </a:xfrm>
          <a:prstGeom prst="rect">
            <a:avLst/>
          </a:prstGeom>
          <a:solidFill>
            <a:srgbClr val="009739"/>
          </a:solidFill>
          <a:ln w="12700" cap="flat" cmpd="sng" algn="ctr">
            <a:solidFill>
              <a:srgbClr val="333333"/>
            </a:solidFill>
            <a:prstDash val="solid"/>
            <a:headEnd type="none"/>
            <a:tailEnd type="none"/>
          </a:ln>
          <a:effectLst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Override1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SAC/PO — Levantamento de Escopo</dc:title>
  <dc:subject>PptxGenJS Presentation</dc:subject>
  <dc:creator>Leonel — SOF/MPO</dc:creator>
  <cp:keywords/>
  <dc:description/>
  <cp:lastModifiedBy>alan_</cp:lastModifiedBy>
  <cp:revision>0</cp:revision>
  <dcterms:created xsi:type="dcterms:W3CDTF">2026-03-15T02:00:51Z</dcterms:created>
  <dcterms:modified xsi:type="dcterms:W3CDTF">2026-03-15T02:17:51Z</dcterms:modified>
</cp:coreProperties>
</file>